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5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14.xml"/>
  <Override ContentType="application/vnd.openxmlformats-officedocument.presentationml.slideMaster+xml" PartName="/ppt/slideMasters/slideMaster17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16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14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7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1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18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6.xml"/>
  <Override ContentType="application/vnd.openxmlformats-officedocument.theme+xml" PartName="/ppt/theme/theme1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5"/>
    <p:sldMasterId id="2147483665" r:id="rId6"/>
    <p:sldMasterId id="2147483666" r:id="rId7"/>
    <p:sldMasterId id="2147483667" r:id="rId8"/>
    <p:sldMasterId id="2147483668" r:id="rId9"/>
    <p:sldMasterId id="2147483669" r:id="rId10"/>
    <p:sldMasterId id="2147483670" r:id="rId11"/>
    <p:sldMasterId id="2147483671" r:id="rId12"/>
    <p:sldMasterId id="2147483672" r:id="rId13"/>
    <p:sldMasterId id="2147483673" r:id="rId14"/>
    <p:sldMasterId id="2147483674" r:id="rId15"/>
    <p:sldMasterId id="2147483675" r:id="rId16"/>
    <p:sldMasterId id="2147483676" r:id="rId17"/>
    <p:sldMasterId id="2147483677" r:id="rId18"/>
    <p:sldMasterId id="2147483678" r:id="rId19"/>
    <p:sldMasterId id="2147483679" r:id="rId20"/>
    <p:sldMasterId id="2147483680" r:id="rId21"/>
  </p:sldMasterIdLst>
  <p:notesMasterIdLst>
    <p:notesMasterId r:id="rId22"/>
  </p:notesMasterIdLst>
  <p:sldIdLst>
    <p:sldId id="256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65" r:id="rId32"/>
    <p:sldId id="266" r:id="rId3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AE5CCD-C524-4CE7-B8E0-F510991BB634}">
  <a:tblStyle styleId="{FAAE5CCD-C524-4CE7-B8E0-F510991BB63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Master" Target="slideMasters/slideMaster16.xml"/><Relationship Id="rId22" Type="http://schemas.openxmlformats.org/officeDocument/2006/relationships/notesMaster" Target="notesMasters/notesMaster1.xml"/><Relationship Id="rId21" Type="http://schemas.openxmlformats.org/officeDocument/2006/relationships/slideMaster" Target="slideMasters/slideMaster17.xml"/><Relationship Id="rId24" Type="http://schemas.openxmlformats.org/officeDocument/2006/relationships/slide" Target="slides/slide2.xml"/><Relationship Id="rId23" Type="http://schemas.openxmlformats.org/officeDocument/2006/relationships/slide" Target="slides/slide1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4.xml"/><Relationship Id="rId25" Type="http://schemas.openxmlformats.org/officeDocument/2006/relationships/slide" Target="slides/slide3.xml"/><Relationship Id="rId28" Type="http://schemas.openxmlformats.org/officeDocument/2006/relationships/slide" Target="slides/slide6.xml"/><Relationship Id="rId27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7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9.xml"/><Relationship Id="rId30" Type="http://schemas.openxmlformats.org/officeDocument/2006/relationships/slide" Target="slides/slide8.xml"/><Relationship Id="rId11" Type="http://schemas.openxmlformats.org/officeDocument/2006/relationships/slideMaster" Target="slideMasters/slideMaster7.xml"/><Relationship Id="rId33" Type="http://schemas.openxmlformats.org/officeDocument/2006/relationships/slide" Target="slides/slide11.xml"/><Relationship Id="rId10" Type="http://schemas.openxmlformats.org/officeDocument/2006/relationships/slideMaster" Target="slideMasters/slideMaster6.xml"/><Relationship Id="rId32" Type="http://schemas.openxmlformats.org/officeDocument/2006/relationships/slide" Target="slides/slide10.xml"/><Relationship Id="rId13" Type="http://schemas.openxmlformats.org/officeDocument/2006/relationships/slideMaster" Target="slideMasters/slideMaster9.xml"/><Relationship Id="rId12" Type="http://schemas.openxmlformats.org/officeDocument/2006/relationships/slideMaster" Target="slideMasters/slideMaster8.xml"/><Relationship Id="rId15" Type="http://schemas.openxmlformats.org/officeDocument/2006/relationships/slideMaster" Target="slideMasters/slideMaster11.xml"/><Relationship Id="rId14" Type="http://schemas.openxmlformats.org/officeDocument/2006/relationships/slideMaster" Target="slideMasters/slideMaster10.xml"/><Relationship Id="rId17" Type="http://schemas.openxmlformats.org/officeDocument/2006/relationships/slideMaster" Target="slideMasters/slideMaster13.xml"/><Relationship Id="rId16" Type="http://schemas.openxmlformats.org/officeDocument/2006/relationships/slideMaster" Target="slideMasters/slideMaster12.xml"/><Relationship Id="rId19" Type="http://schemas.openxmlformats.org/officeDocument/2006/relationships/slideMaster" Target="slideMasters/slideMaster15.xml"/><Relationship Id="rId18" Type="http://schemas.openxmlformats.org/officeDocument/2006/relationships/slideMaster" Target="slideMasters/slideMaster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:notes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/>
          </a:p>
        </p:txBody>
      </p:sp>
      <p:sp>
        <p:nvSpPr>
          <p:cNvPr id="684" name="Google Shape;684;p1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CSE Dept., SET-Jain University</a:t>
            </a:r>
            <a:endParaRPr/>
          </a:p>
        </p:txBody>
      </p:sp>
      <p:sp>
        <p:nvSpPr>
          <p:cNvPr id="685" name="Google Shape;685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86" name="Google Shape;6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7" name="Google Shape;6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 txBox="1"/>
          <p:nvPr>
            <p:ph type="ctrTitle"/>
          </p:nvPr>
        </p:nvSpPr>
        <p:spPr>
          <a:xfrm>
            <a:off x="1942416" y="2514601"/>
            <a:ext cx="66006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"/>
          <p:cNvSpPr txBox="1"/>
          <p:nvPr>
            <p:ph idx="1" type="subTitle"/>
          </p:nvPr>
        </p:nvSpPr>
        <p:spPr>
          <a:xfrm>
            <a:off x="1942416" y="4777380"/>
            <a:ext cx="66006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1000"/>
              </a:spcBef>
              <a:spcAft>
                <a:spcPts val="0"/>
              </a:spcAft>
              <a:buSzPts val="3200"/>
              <a:buNone/>
              <a:defRPr>
                <a:solidFill>
                  <a:srgbClr val="595959"/>
                </a:solidFill>
              </a:defRPr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rtl="0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rtl="0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rtl="0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rtl="0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rtl="0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rtl="0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rtl="0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2"/>
          <p:cNvSpPr txBox="1"/>
          <p:nvPr>
            <p:ph idx="12" type="sldNum"/>
          </p:nvPr>
        </p:nvSpPr>
        <p:spPr>
          <a:xfrm>
            <a:off x="423862" y="4529137"/>
            <a:ext cx="584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1945201" y="624110"/>
            <a:ext cx="65892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"/>
          <p:cNvSpPr txBox="1"/>
          <p:nvPr>
            <p:ph idx="1" type="body"/>
          </p:nvPr>
        </p:nvSpPr>
        <p:spPr>
          <a:xfrm>
            <a:off x="1942415" y="2133600"/>
            <a:ext cx="6591900" cy="3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82" name="Google Shape;82;p4"/>
          <p:cNvSpPr txBox="1"/>
          <p:nvPr>
            <p:ph idx="10" type="dt"/>
          </p:nvPr>
        </p:nvSpPr>
        <p:spPr>
          <a:xfrm>
            <a:off x="1943100" y="6103937"/>
            <a:ext cx="9525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"/>
          <p:cNvSpPr txBox="1"/>
          <p:nvPr>
            <p:ph idx="11" type="ftr"/>
          </p:nvPr>
        </p:nvSpPr>
        <p:spPr>
          <a:xfrm>
            <a:off x="2895600" y="6103937"/>
            <a:ext cx="4876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"/>
          <p:cNvSpPr txBox="1"/>
          <p:nvPr>
            <p:ph idx="12" type="sldNum"/>
          </p:nvPr>
        </p:nvSpPr>
        <p:spPr>
          <a:xfrm>
            <a:off x="7948612" y="6140450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>
            <p:ph type="title"/>
          </p:nvPr>
        </p:nvSpPr>
        <p:spPr>
          <a:xfrm>
            <a:off x="1942415" y="2074562"/>
            <a:ext cx="6591900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000" cap="none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7"/>
          <p:cNvSpPr txBox="1"/>
          <p:nvPr>
            <p:ph idx="1" type="body"/>
          </p:nvPr>
        </p:nvSpPr>
        <p:spPr>
          <a:xfrm>
            <a:off x="1942415" y="3581400"/>
            <a:ext cx="65919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rt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6" name="Google Shape;156;p7"/>
          <p:cNvSpPr txBox="1"/>
          <p:nvPr>
            <p:ph idx="10" type="dt"/>
          </p:nvPr>
        </p:nvSpPr>
        <p:spPr>
          <a:xfrm>
            <a:off x="1908175" y="6129337"/>
            <a:ext cx="7668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7"/>
          <p:cNvSpPr txBox="1"/>
          <p:nvPr>
            <p:ph idx="11" type="ftr"/>
          </p:nvPr>
        </p:nvSpPr>
        <p:spPr>
          <a:xfrm>
            <a:off x="2674937" y="6129337"/>
            <a:ext cx="5173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7"/>
          <p:cNvSpPr txBox="1"/>
          <p:nvPr>
            <p:ph idx="12" type="sldNum"/>
          </p:nvPr>
        </p:nvSpPr>
        <p:spPr>
          <a:xfrm>
            <a:off x="511175" y="324485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9"/>
          <p:cNvSpPr txBox="1"/>
          <p:nvPr>
            <p:ph idx="1" type="body"/>
          </p:nvPr>
        </p:nvSpPr>
        <p:spPr>
          <a:xfrm>
            <a:off x="1942416" y="2136706"/>
            <a:ext cx="3197400" cy="3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97" name="Google Shape;197;p9"/>
          <p:cNvSpPr txBox="1"/>
          <p:nvPr>
            <p:ph idx="2" type="body"/>
          </p:nvPr>
        </p:nvSpPr>
        <p:spPr>
          <a:xfrm>
            <a:off x="5337307" y="2136706"/>
            <a:ext cx="3197100" cy="3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98" name="Google Shape;198;p9"/>
          <p:cNvSpPr txBox="1"/>
          <p:nvPr>
            <p:ph idx="10" type="dt"/>
          </p:nvPr>
        </p:nvSpPr>
        <p:spPr>
          <a:xfrm>
            <a:off x="1828800" y="6111875"/>
            <a:ext cx="7668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9"/>
          <p:cNvSpPr txBox="1"/>
          <p:nvPr>
            <p:ph idx="11" type="ftr"/>
          </p:nvPr>
        </p:nvSpPr>
        <p:spPr>
          <a:xfrm>
            <a:off x="2595562" y="6135687"/>
            <a:ext cx="506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9"/>
          <p:cNvSpPr txBox="1"/>
          <p:nvPr>
            <p:ph idx="12" type="sldNum"/>
          </p:nvPr>
        </p:nvSpPr>
        <p:spPr>
          <a:xfrm>
            <a:off x="511175" y="78740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1"/>
          <p:cNvSpPr txBox="1"/>
          <p:nvPr>
            <p:ph idx="1" type="body"/>
          </p:nvPr>
        </p:nvSpPr>
        <p:spPr>
          <a:xfrm>
            <a:off x="2265352" y="2226626"/>
            <a:ext cx="28746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rtl="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rt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rt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rt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rt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rt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rt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rt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39" name="Google Shape;239;p11"/>
          <p:cNvSpPr txBox="1"/>
          <p:nvPr>
            <p:ph idx="2" type="body"/>
          </p:nvPr>
        </p:nvSpPr>
        <p:spPr>
          <a:xfrm>
            <a:off x="1942415" y="2802888"/>
            <a:ext cx="31974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40" name="Google Shape;240;p11"/>
          <p:cNvSpPr txBox="1"/>
          <p:nvPr>
            <p:ph idx="3" type="body"/>
          </p:nvPr>
        </p:nvSpPr>
        <p:spPr>
          <a:xfrm>
            <a:off x="5656154" y="2223398"/>
            <a:ext cx="28731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rtl="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rt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rt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rt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rt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rt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rt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rt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41" name="Google Shape;241;p11"/>
          <p:cNvSpPr txBox="1"/>
          <p:nvPr>
            <p:ph idx="4" type="body"/>
          </p:nvPr>
        </p:nvSpPr>
        <p:spPr>
          <a:xfrm>
            <a:off x="5333715" y="2799660"/>
            <a:ext cx="3195600" cy="3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42" name="Google Shape;242;p11"/>
          <p:cNvSpPr txBox="1"/>
          <p:nvPr>
            <p:ph idx="12" type="sldNum"/>
          </p:nvPr>
        </p:nvSpPr>
        <p:spPr>
          <a:xfrm>
            <a:off x="511175" y="78740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11"/>
          <p:cNvSpPr txBox="1"/>
          <p:nvPr>
            <p:ph idx="10" type="dt"/>
          </p:nvPr>
        </p:nvSpPr>
        <p:spPr>
          <a:xfrm>
            <a:off x="1943100" y="615632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1"/>
          <p:cNvSpPr txBox="1"/>
          <p:nvPr>
            <p:ph idx="11" type="ftr"/>
          </p:nvPr>
        </p:nvSpPr>
        <p:spPr>
          <a:xfrm>
            <a:off x="2819400" y="6156325"/>
            <a:ext cx="4876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 txBox="1"/>
          <p:nvPr>
            <p:ph type="title"/>
          </p:nvPr>
        </p:nvSpPr>
        <p:spPr>
          <a:xfrm>
            <a:off x="1945200" y="624110"/>
            <a:ext cx="65892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13"/>
          <p:cNvSpPr txBox="1"/>
          <p:nvPr>
            <p:ph idx="10" type="dt"/>
          </p:nvPr>
        </p:nvSpPr>
        <p:spPr>
          <a:xfrm>
            <a:off x="1943100" y="615632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13"/>
          <p:cNvSpPr txBox="1"/>
          <p:nvPr>
            <p:ph idx="11" type="ftr"/>
          </p:nvPr>
        </p:nvSpPr>
        <p:spPr>
          <a:xfrm>
            <a:off x="2819400" y="6156325"/>
            <a:ext cx="4876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13"/>
          <p:cNvSpPr txBox="1"/>
          <p:nvPr>
            <p:ph idx="12" type="sldNum"/>
          </p:nvPr>
        </p:nvSpPr>
        <p:spPr>
          <a:xfrm>
            <a:off x="7948612" y="6140450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"/>
          <p:cNvSpPr txBox="1"/>
          <p:nvPr>
            <p:ph idx="10" type="dt"/>
          </p:nvPr>
        </p:nvSpPr>
        <p:spPr>
          <a:xfrm>
            <a:off x="1943100" y="615632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15"/>
          <p:cNvSpPr txBox="1"/>
          <p:nvPr>
            <p:ph idx="11" type="ftr"/>
          </p:nvPr>
        </p:nvSpPr>
        <p:spPr>
          <a:xfrm>
            <a:off x="2819400" y="6156325"/>
            <a:ext cx="502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15"/>
          <p:cNvSpPr txBox="1"/>
          <p:nvPr>
            <p:ph idx="12" type="sldNum"/>
          </p:nvPr>
        </p:nvSpPr>
        <p:spPr>
          <a:xfrm>
            <a:off x="511175" y="78740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"/>
          <p:cNvSpPr txBox="1"/>
          <p:nvPr>
            <p:ph type="title"/>
          </p:nvPr>
        </p:nvSpPr>
        <p:spPr>
          <a:xfrm>
            <a:off x="1942415" y="446088"/>
            <a:ext cx="2629500" cy="9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20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17"/>
          <p:cNvSpPr txBox="1"/>
          <p:nvPr>
            <p:ph idx="1" type="body"/>
          </p:nvPr>
        </p:nvSpPr>
        <p:spPr>
          <a:xfrm>
            <a:off x="4743494" y="446089"/>
            <a:ext cx="3790800" cy="54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361" name="Google Shape;361;p17"/>
          <p:cNvSpPr txBox="1"/>
          <p:nvPr>
            <p:ph idx="2" type="body"/>
          </p:nvPr>
        </p:nvSpPr>
        <p:spPr>
          <a:xfrm>
            <a:off x="1942415" y="1598613"/>
            <a:ext cx="2629500" cy="42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rtl="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rtl="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rtl="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rtl="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rtl="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rtl="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rtl="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62" name="Google Shape;362;p17"/>
          <p:cNvSpPr txBox="1"/>
          <p:nvPr>
            <p:ph idx="12" type="sldNum"/>
          </p:nvPr>
        </p:nvSpPr>
        <p:spPr>
          <a:xfrm>
            <a:off x="511175" y="78740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3" name="Google Shape;363;p17"/>
          <p:cNvSpPr txBox="1"/>
          <p:nvPr>
            <p:ph idx="10" type="dt"/>
          </p:nvPr>
        </p:nvSpPr>
        <p:spPr>
          <a:xfrm>
            <a:off x="1943100" y="615632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17"/>
          <p:cNvSpPr txBox="1"/>
          <p:nvPr>
            <p:ph idx="11" type="ftr"/>
          </p:nvPr>
        </p:nvSpPr>
        <p:spPr>
          <a:xfrm>
            <a:off x="2819400" y="6156325"/>
            <a:ext cx="502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9"/>
          <p:cNvSpPr txBox="1"/>
          <p:nvPr>
            <p:ph type="title"/>
          </p:nvPr>
        </p:nvSpPr>
        <p:spPr>
          <a:xfrm>
            <a:off x="1942415" y="4800600"/>
            <a:ext cx="65919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19"/>
          <p:cNvSpPr/>
          <p:nvPr>
            <p:ph idx="2" type="pic"/>
          </p:nvPr>
        </p:nvSpPr>
        <p:spPr>
          <a:xfrm>
            <a:off x="1942415" y="634965"/>
            <a:ext cx="6591900" cy="38550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19"/>
          <p:cNvSpPr txBox="1"/>
          <p:nvPr>
            <p:ph idx="1" type="body"/>
          </p:nvPr>
        </p:nvSpPr>
        <p:spPr>
          <a:xfrm>
            <a:off x="1942415" y="5367338"/>
            <a:ext cx="6591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rtl="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rtl="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rtl="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rtl="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rtl="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rtl="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rtl="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04" name="Google Shape;404;p19"/>
          <p:cNvSpPr txBox="1"/>
          <p:nvPr>
            <p:ph idx="12" type="sldNum"/>
          </p:nvPr>
        </p:nvSpPr>
        <p:spPr>
          <a:xfrm>
            <a:off x="511175" y="4983162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 txBox="1"/>
          <p:nvPr>
            <p:ph type="title"/>
          </p:nvPr>
        </p:nvSpPr>
        <p:spPr>
          <a:xfrm>
            <a:off x="1942415" y="609600"/>
            <a:ext cx="6591900" cy="31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800" cap="none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21"/>
          <p:cNvSpPr txBox="1"/>
          <p:nvPr>
            <p:ph idx="1" type="body"/>
          </p:nvPr>
        </p:nvSpPr>
        <p:spPr>
          <a:xfrm>
            <a:off x="1942415" y="4354046"/>
            <a:ext cx="65919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rt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3" name="Google Shape;443;p21"/>
          <p:cNvSpPr txBox="1"/>
          <p:nvPr>
            <p:ph idx="12" type="sldNum"/>
          </p:nvPr>
        </p:nvSpPr>
        <p:spPr>
          <a:xfrm>
            <a:off x="511175" y="324485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3"/>
          <p:cNvSpPr txBox="1"/>
          <p:nvPr>
            <p:ph type="title"/>
          </p:nvPr>
        </p:nvSpPr>
        <p:spPr>
          <a:xfrm>
            <a:off x="2188123" y="609600"/>
            <a:ext cx="61095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800" cap="none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23"/>
          <p:cNvSpPr txBox="1"/>
          <p:nvPr>
            <p:ph idx="1" type="body"/>
          </p:nvPr>
        </p:nvSpPr>
        <p:spPr>
          <a:xfrm>
            <a:off x="2415972" y="3505200"/>
            <a:ext cx="565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rtl="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rtl="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rtl="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484" name="Google Shape;484;p23"/>
          <p:cNvSpPr txBox="1"/>
          <p:nvPr>
            <p:ph idx="2" type="body"/>
          </p:nvPr>
        </p:nvSpPr>
        <p:spPr>
          <a:xfrm>
            <a:off x="1942415" y="4354046"/>
            <a:ext cx="65919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rt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5" name="Google Shape;485;p23"/>
          <p:cNvSpPr txBox="1"/>
          <p:nvPr>
            <p:ph idx="12" type="sldNum"/>
          </p:nvPr>
        </p:nvSpPr>
        <p:spPr>
          <a:xfrm>
            <a:off x="511175" y="324485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5"/>
          <p:cNvSpPr txBox="1"/>
          <p:nvPr>
            <p:ph type="title"/>
          </p:nvPr>
        </p:nvSpPr>
        <p:spPr>
          <a:xfrm>
            <a:off x="1942415" y="2438401"/>
            <a:ext cx="6591900" cy="272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8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0" name="Google Shape;520;p25"/>
          <p:cNvSpPr txBox="1"/>
          <p:nvPr>
            <p:ph idx="1" type="body"/>
          </p:nvPr>
        </p:nvSpPr>
        <p:spPr>
          <a:xfrm>
            <a:off x="1942415" y="5181600"/>
            <a:ext cx="65919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1000"/>
              </a:spcBef>
              <a:spcAft>
                <a:spcPts val="0"/>
              </a:spcAft>
              <a:buSzPts val="3200"/>
              <a:buNone/>
              <a:defRPr>
                <a:solidFill>
                  <a:srgbClr val="595959"/>
                </a:solidFill>
              </a:defRPr>
            </a:lvl1pPr>
            <a:lvl2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21" name="Google Shape;521;p25"/>
          <p:cNvSpPr txBox="1"/>
          <p:nvPr>
            <p:ph idx="12" type="sldNum"/>
          </p:nvPr>
        </p:nvSpPr>
        <p:spPr>
          <a:xfrm>
            <a:off x="511175" y="4983162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7"/>
          <p:cNvSpPr txBox="1"/>
          <p:nvPr>
            <p:ph type="title"/>
          </p:nvPr>
        </p:nvSpPr>
        <p:spPr>
          <a:xfrm>
            <a:off x="2188123" y="609600"/>
            <a:ext cx="61095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800" cap="none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1" name="Google Shape;561;p27"/>
          <p:cNvSpPr txBox="1"/>
          <p:nvPr>
            <p:ph idx="1" type="body"/>
          </p:nvPr>
        </p:nvSpPr>
        <p:spPr>
          <a:xfrm>
            <a:off x="1942415" y="4343400"/>
            <a:ext cx="66882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rtl="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rtl="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rtl="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62" name="Google Shape;562;p27"/>
          <p:cNvSpPr txBox="1"/>
          <p:nvPr>
            <p:ph idx="2" type="body"/>
          </p:nvPr>
        </p:nvSpPr>
        <p:spPr>
          <a:xfrm>
            <a:off x="1942415" y="5181600"/>
            <a:ext cx="66882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1000"/>
              </a:spcBef>
              <a:spcAft>
                <a:spcPts val="0"/>
              </a:spcAft>
              <a:buSzPts val="3200"/>
              <a:buNone/>
              <a:defRPr>
                <a:solidFill>
                  <a:srgbClr val="595959"/>
                </a:solidFill>
              </a:defRPr>
            </a:lvl1pPr>
            <a:lvl2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63" name="Google Shape;563;p27"/>
          <p:cNvSpPr txBox="1"/>
          <p:nvPr>
            <p:ph idx="12" type="sldNum"/>
          </p:nvPr>
        </p:nvSpPr>
        <p:spPr>
          <a:xfrm>
            <a:off x="511175" y="4983162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9"/>
          <p:cNvSpPr txBox="1"/>
          <p:nvPr>
            <p:ph type="title"/>
          </p:nvPr>
        </p:nvSpPr>
        <p:spPr>
          <a:xfrm>
            <a:off x="1942416" y="627407"/>
            <a:ext cx="6591900" cy="28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8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1" name="Google Shape;601;p29"/>
          <p:cNvSpPr txBox="1"/>
          <p:nvPr>
            <p:ph idx="1" type="body"/>
          </p:nvPr>
        </p:nvSpPr>
        <p:spPr>
          <a:xfrm>
            <a:off x="1942415" y="4343400"/>
            <a:ext cx="65919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rtl="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rtl="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rtl="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02" name="Google Shape;602;p29"/>
          <p:cNvSpPr txBox="1"/>
          <p:nvPr>
            <p:ph idx="2" type="body"/>
          </p:nvPr>
        </p:nvSpPr>
        <p:spPr>
          <a:xfrm>
            <a:off x="1942415" y="5181600"/>
            <a:ext cx="65919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1000"/>
              </a:spcBef>
              <a:spcAft>
                <a:spcPts val="0"/>
              </a:spcAft>
              <a:buSzPts val="3200"/>
              <a:buNone/>
              <a:defRPr>
                <a:solidFill>
                  <a:srgbClr val="595959"/>
                </a:solidFill>
              </a:defRPr>
            </a:lvl1pPr>
            <a:lvl2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03" name="Google Shape;603;p29"/>
          <p:cNvSpPr txBox="1"/>
          <p:nvPr>
            <p:ph idx="12" type="sldNum"/>
          </p:nvPr>
        </p:nvSpPr>
        <p:spPr>
          <a:xfrm>
            <a:off x="511175" y="4983162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1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1" name="Google Shape;641;p31"/>
          <p:cNvSpPr txBox="1"/>
          <p:nvPr>
            <p:ph idx="1" type="body"/>
          </p:nvPr>
        </p:nvSpPr>
        <p:spPr>
          <a:xfrm rot="5400000">
            <a:off x="3295650" y="781050"/>
            <a:ext cx="3886200" cy="6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42" name="Google Shape;642;p31"/>
          <p:cNvSpPr txBox="1"/>
          <p:nvPr>
            <p:ph idx="12" type="sldNum"/>
          </p:nvPr>
        </p:nvSpPr>
        <p:spPr>
          <a:xfrm>
            <a:off x="511175" y="78740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3"/>
          <p:cNvSpPr txBox="1"/>
          <p:nvPr>
            <p:ph type="title"/>
          </p:nvPr>
        </p:nvSpPr>
        <p:spPr>
          <a:xfrm rot="5400000">
            <a:off x="5064717" y="2441356"/>
            <a:ext cx="5283900" cy="16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0" name="Google Shape;680;p33"/>
          <p:cNvSpPr txBox="1"/>
          <p:nvPr>
            <p:ph idx="1" type="body"/>
          </p:nvPr>
        </p:nvSpPr>
        <p:spPr>
          <a:xfrm rot="5400000">
            <a:off x="1658664" y="911206"/>
            <a:ext cx="5283900" cy="47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81" name="Google Shape;681;p33"/>
          <p:cNvSpPr txBox="1"/>
          <p:nvPr>
            <p:ph idx="12" type="sldNum"/>
          </p:nvPr>
        </p:nvSpPr>
        <p:spPr>
          <a:xfrm>
            <a:off x="511175" y="78740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7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5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15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11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3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16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9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7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2.xml"/></Relationships>
</file>

<file path=ppt/slideMasters/_rels/slideMaster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3.xml"/></Relationships>
</file>

<file path=ppt/slideMasters/_rels/slideMaster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0.xml"/></Relationships>
</file>

<file path=ppt/slideMasters/_rels/slideMaster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1.xml"/></Relationships>
</file>

<file path=ppt/slideMasters/_rels/slideMaster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18.xml"/></Relationships>
</file>

<file path=ppt/slideMasters/_rels/slideMaster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12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34" y="228612"/>
            <a:ext cx="1981233" cy="6639155"/>
            <a:chOff x="2487613" y="285750"/>
            <a:chExt cx="2428874" cy="5654676"/>
          </a:xfrm>
        </p:grpSpPr>
        <p:sp>
          <p:nvSpPr>
            <p:cNvPr id="11" name="Google Shape;11;p1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3147380" y="1282282"/>
              <a:ext cx="1769108" cy="3447974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3" name="Google Shape;23;p1"/>
          <p:cNvGrpSpPr/>
          <p:nvPr/>
        </p:nvGrpSpPr>
        <p:grpSpPr>
          <a:xfrm>
            <a:off x="20637" y="9"/>
            <a:ext cx="1952625" cy="6853490"/>
            <a:chOff x="6627813" y="196102"/>
            <a:chExt cx="1952625" cy="5677649"/>
          </a:xfrm>
        </p:grpSpPr>
        <p:sp>
          <p:nvSpPr>
            <p:cNvPr id="24" name="Google Shape;24;p1"/>
            <p:cNvSpPr/>
            <p:nvPr/>
          </p:nvSpPr>
          <p:spPr>
            <a:xfrm>
              <a:off x="6627813" y="196102"/>
              <a:ext cx="409575" cy="3647004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7061200" y="3772087"/>
              <a:ext cx="350838" cy="1309923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7439025" y="5053076"/>
              <a:ext cx="357188" cy="8206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037388" y="3811543"/>
              <a:ext cx="457200" cy="185309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6992938" y="1264031"/>
              <a:ext cx="144462" cy="250805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7526338" y="5640963"/>
              <a:ext cx="111125" cy="232788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7021513" y="3598483"/>
              <a:ext cx="68262" cy="424804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7412038" y="2801482"/>
              <a:ext cx="1168400" cy="225159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7494588" y="5664636"/>
              <a:ext cx="100012" cy="209115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7412038" y="5082010"/>
              <a:ext cx="114300" cy="558953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7412038" y="4978110"/>
              <a:ext cx="31750" cy="189386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439025" y="5434480"/>
              <a:ext cx="174625" cy="43927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6" name="Google Shape;36;p1"/>
          <p:cNvSpPr/>
          <p:nvPr/>
        </p:nvSpPr>
        <p:spPr>
          <a:xfrm>
            <a:off x="0" y="0"/>
            <a:ext cx="182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-31750" y="4321175"/>
            <a:ext cx="1395408" cy="781050"/>
          </a:xfrm>
          <a:custGeom>
            <a:rect b="b" l="l" r="r" t="t"/>
            <a:pathLst>
              <a:path extrusionOk="0" h="10000" w="8042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" name="Google Shape;38;p1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" name="Google Shape;39;p1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0" name="Google Shape;40;p1"/>
          <p:cNvSpPr txBox="1"/>
          <p:nvPr>
            <p:ph idx="12" type="sldNum"/>
          </p:nvPr>
        </p:nvSpPr>
        <p:spPr>
          <a:xfrm>
            <a:off x="423862" y="4529137"/>
            <a:ext cx="584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12" scaled="0"/>
        </a:gra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3"/>
          <p:cNvGrpSpPr/>
          <p:nvPr/>
        </p:nvGrpSpPr>
        <p:grpSpPr>
          <a:xfrm>
            <a:off x="34" y="228612"/>
            <a:ext cx="1981233" cy="6639155"/>
            <a:chOff x="2487613" y="285750"/>
            <a:chExt cx="2428874" cy="5654676"/>
          </a:xfrm>
        </p:grpSpPr>
        <p:sp>
          <p:nvSpPr>
            <p:cNvPr id="47" name="Google Shape;47;p3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3147380" y="1282282"/>
              <a:ext cx="1769108" cy="3447974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9" name="Google Shape;59;p3"/>
          <p:cNvGrpSpPr/>
          <p:nvPr/>
        </p:nvGrpSpPr>
        <p:grpSpPr>
          <a:xfrm>
            <a:off x="20637" y="9"/>
            <a:ext cx="1952625" cy="6853490"/>
            <a:chOff x="6627813" y="196102"/>
            <a:chExt cx="1952625" cy="5677649"/>
          </a:xfrm>
        </p:grpSpPr>
        <p:sp>
          <p:nvSpPr>
            <p:cNvPr id="60" name="Google Shape;60;p3"/>
            <p:cNvSpPr/>
            <p:nvPr/>
          </p:nvSpPr>
          <p:spPr>
            <a:xfrm>
              <a:off x="6627813" y="196102"/>
              <a:ext cx="409575" cy="3647004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7061200" y="3772087"/>
              <a:ext cx="350838" cy="1309923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7439025" y="5053076"/>
              <a:ext cx="357188" cy="8206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7037388" y="3811543"/>
              <a:ext cx="457200" cy="185309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6992938" y="1264031"/>
              <a:ext cx="144462" cy="250805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7526338" y="5640963"/>
              <a:ext cx="111125" cy="232788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7021513" y="3598483"/>
              <a:ext cx="68262" cy="424804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7412038" y="2801482"/>
              <a:ext cx="1168400" cy="225159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7494588" y="5664636"/>
              <a:ext cx="100012" cy="209115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7412038" y="5082010"/>
              <a:ext cx="114300" cy="558953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7412038" y="4978110"/>
              <a:ext cx="31750" cy="189386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7439025" y="5434480"/>
              <a:ext cx="174625" cy="43927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72" name="Google Shape;72;p3"/>
          <p:cNvSpPr/>
          <p:nvPr/>
        </p:nvSpPr>
        <p:spPr>
          <a:xfrm>
            <a:off x="0" y="0"/>
            <a:ext cx="182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3"/>
          <p:cNvSpPr/>
          <p:nvPr/>
        </p:nvSpPr>
        <p:spPr>
          <a:xfrm flipH="1" rot="10800000">
            <a:off x="0" y="711200"/>
            <a:ext cx="1358891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4" name="Google Shape;74;p3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" name="Google Shape;75;p3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6" name="Google Shape;76;p3"/>
          <p:cNvSpPr txBox="1"/>
          <p:nvPr>
            <p:ph idx="10" type="dt"/>
          </p:nvPr>
        </p:nvSpPr>
        <p:spPr>
          <a:xfrm>
            <a:off x="1943100" y="6103937"/>
            <a:ext cx="9525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7" name="Google Shape;77;p3"/>
          <p:cNvSpPr txBox="1"/>
          <p:nvPr>
            <p:ph idx="11" type="ftr"/>
          </p:nvPr>
        </p:nvSpPr>
        <p:spPr>
          <a:xfrm>
            <a:off x="2895600" y="6103937"/>
            <a:ext cx="4876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8" name="Google Shape;78;p3"/>
          <p:cNvSpPr txBox="1"/>
          <p:nvPr>
            <p:ph idx="12" type="sldNum"/>
          </p:nvPr>
        </p:nvSpPr>
        <p:spPr>
          <a:xfrm>
            <a:off x="7948612" y="6140450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12" scaled="0"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5"/>
          <p:cNvGrpSpPr/>
          <p:nvPr/>
        </p:nvGrpSpPr>
        <p:grpSpPr>
          <a:xfrm>
            <a:off x="34" y="228612"/>
            <a:ext cx="1981233" cy="6639155"/>
            <a:chOff x="2487613" y="285750"/>
            <a:chExt cx="2428874" cy="5654676"/>
          </a:xfrm>
        </p:grpSpPr>
        <p:sp>
          <p:nvSpPr>
            <p:cNvPr id="87" name="Google Shape;87;p5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3147380" y="1282282"/>
              <a:ext cx="1769108" cy="3447974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99" name="Google Shape;99;p5"/>
          <p:cNvGrpSpPr/>
          <p:nvPr/>
        </p:nvGrpSpPr>
        <p:grpSpPr>
          <a:xfrm>
            <a:off x="20637" y="9"/>
            <a:ext cx="1952625" cy="6853490"/>
            <a:chOff x="6627813" y="196102"/>
            <a:chExt cx="1952625" cy="5677649"/>
          </a:xfrm>
        </p:grpSpPr>
        <p:sp>
          <p:nvSpPr>
            <p:cNvPr id="100" name="Google Shape;100;p5"/>
            <p:cNvSpPr/>
            <p:nvPr/>
          </p:nvSpPr>
          <p:spPr>
            <a:xfrm>
              <a:off x="6627813" y="196102"/>
              <a:ext cx="409575" cy="3647004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7061200" y="3772087"/>
              <a:ext cx="350838" cy="1309923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7439025" y="5053076"/>
              <a:ext cx="357188" cy="8206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7037388" y="3811543"/>
              <a:ext cx="457200" cy="185309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992938" y="1264031"/>
              <a:ext cx="144462" cy="250805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7526338" y="5640963"/>
              <a:ext cx="111125" cy="232788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7021513" y="3598483"/>
              <a:ext cx="68262" cy="424804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7412038" y="2801482"/>
              <a:ext cx="1168400" cy="225159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7494588" y="5664636"/>
              <a:ext cx="100012" cy="209115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7412038" y="5082010"/>
              <a:ext cx="114300" cy="558953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7412038" y="4978110"/>
              <a:ext cx="31750" cy="189386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7439025" y="5434480"/>
              <a:ext cx="174625" cy="43927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12" name="Google Shape;112;p5"/>
          <p:cNvSpPr/>
          <p:nvPr/>
        </p:nvSpPr>
        <p:spPr>
          <a:xfrm>
            <a:off x="0" y="0"/>
            <a:ext cx="182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5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5" name="Google Shape;115;p5"/>
          <p:cNvSpPr txBox="1"/>
          <p:nvPr>
            <p:ph idx="10" type="dt"/>
          </p:nvPr>
        </p:nvSpPr>
        <p:spPr>
          <a:xfrm>
            <a:off x="7772400" y="6135687"/>
            <a:ext cx="7668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6" name="Google Shape;116;p5"/>
          <p:cNvSpPr txBox="1"/>
          <p:nvPr>
            <p:ph idx="11" type="ftr"/>
          </p:nvPr>
        </p:nvSpPr>
        <p:spPr>
          <a:xfrm>
            <a:off x="1943100" y="6135687"/>
            <a:ext cx="5716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7" name="Google Shape;117;p5"/>
          <p:cNvSpPr txBox="1"/>
          <p:nvPr>
            <p:ph idx="12" type="sldNum"/>
          </p:nvPr>
        </p:nvSpPr>
        <p:spPr>
          <a:xfrm>
            <a:off x="511175" y="78740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12" scaled="0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6"/>
          <p:cNvGrpSpPr/>
          <p:nvPr/>
        </p:nvGrpSpPr>
        <p:grpSpPr>
          <a:xfrm>
            <a:off x="34" y="228612"/>
            <a:ext cx="1981233" cy="6639155"/>
            <a:chOff x="2487613" y="285750"/>
            <a:chExt cx="2428874" cy="5654676"/>
          </a:xfrm>
        </p:grpSpPr>
        <p:sp>
          <p:nvSpPr>
            <p:cNvPr id="120" name="Google Shape;120;p6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3147380" y="1282282"/>
              <a:ext cx="1769108" cy="3447974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32" name="Google Shape;132;p6"/>
          <p:cNvGrpSpPr/>
          <p:nvPr/>
        </p:nvGrpSpPr>
        <p:grpSpPr>
          <a:xfrm>
            <a:off x="20637" y="9"/>
            <a:ext cx="1952625" cy="6853490"/>
            <a:chOff x="6627813" y="196102"/>
            <a:chExt cx="1952625" cy="5677649"/>
          </a:xfrm>
        </p:grpSpPr>
        <p:sp>
          <p:nvSpPr>
            <p:cNvPr id="133" name="Google Shape;133;p6"/>
            <p:cNvSpPr/>
            <p:nvPr/>
          </p:nvSpPr>
          <p:spPr>
            <a:xfrm>
              <a:off x="6627813" y="196102"/>
              <a:ext cx="409575" cy="3647004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7061200" y="3772087"/>
              <a:ext cx="350838" cy="1309923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7439025" y="5053076"/>
              <a:ext cx="357188" cy="8206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7037388" y="3811543"/>
              <a:ext cx="457200" cy="185309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6992938" y="1264031"/>
              <a:ext cx="144462" cy="250805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7526338" y="5640963"/>
              <a:ext cx="111125" cy="232788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7021513" y="3598483"/>
              <a:ext cx="68262" cy="424804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7412038" y="2801482"/>
              <a:ext cx="1168400" cy="225159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7494588" y="5664636"/>
              <a:ext cx="100012" cy="209115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7412038" y="5082010"/>
              <a:ext cx="114300" cy="558953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7412038" y="4978110"/>
              <a:ext cx="31750" cy="189386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7439025" y="5434480"/>
              <a:ext cx="174625" cy="43927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45" name="Google Shape;145;p6"/>
          <p:cNvSpPr/>
          <p:nvPr/>
        </p:nvSpPr>
        <p:spPr>
          <a:xfrm>
            <a:off x="0" y="0"/>
            <a:ext cx="182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p6"/>
          <p:cNvSpPr/>
          <p:nvPr/>
        </p:nvSpPr>
        <p:spPr>
          <a:xfrm flipH="1" rot="10800000">
            <a:off x="0" y="3167062"/>
            <a:ext cx="1358891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7948612" y="6140450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  <a:endParaRPr/>
          </a:p>
        </p:txBody>
      </p:sp>
      <p:sp>
        <p:nvSpPr>
          <p:cNvPr id="148" name="Google Shape;148;p6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9" name="Google Shape;149;p6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0" name="Google Shape;150;p6"/>
          <p:cNvSpPr txBox="1"/>
          <p:nvPr>
            <p:ph idx="10" type="dt"/>
          </p:nvPr>
        </p:nvSpPr>
        <p:spPr>
          <a:xfrm>
            <a:off x="1908175" y="6129337"/>
            <a:ext cx="7668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1" name="Google Shape;151;p6"/>
          <p:cNvSpPr txBox="1"/>
          <p:nvPr>
            <p:ph idx="11" type="ftr"/>
          </p:nvPr>
        </p:nvSpPr>
        <p:spPr>
          <a:xfrm>
            <a:off x="2674937" y="6129337"/>
            <a:ext cx="5173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2" name="Google Shape;152;p6"/>
          <p:cNvSpPr txBox="1"/>
          <p:nvPr>
            <p:ph idx="12" type="sldNum"/>
          </p:nvPr>
        </p:nvSpPr>
        <p:spPr>
          <a:xfrm>
            <a:off x="511175" y="324485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12" scaled="0"/>
        </a:gra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8"/>
          <p:cNvGrpSpPr/>
          <p:nvPr/>
        </p:nvGrpSpPr>
        <p:grpSpPr>
          <a:xfrm>
            <a:off x="34" y="228612"/>
            <a:ext cx="1981233" cy="6639155"/>
            <a:chOff x="2487613" y="285750"/>
            <a:chExt cx="2428874" cy="5654676"/>
          </a:xfrm>
        </p:grpSpPr>
        <p:sp>
          <p:nvSpPr>
            <p:cNvPr id="161" name="Google Shape;161;p8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3147380" y="1282282"/>
              <a:ext cx="1769108" cy="3447974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73" name="Google Shape;173;p8"/>
          <p:cNvGrpSpPr/>
          <p:nvPr/>
        </p:nvGrpSpPr>
        <p:grpSpPr>
          <a:xfrm>
            <a:off x="20637" y="9"/>
            <a:ext cx="1952625" cy="6853490"/>
            <a:chOff x="6627813" y="196102"/>
            <a:chExt cx="1952625" cy="5677649"/>
          </a:xfrm>
        </p:grpSpPr>
        <p:sp>
          <p:nvSpPr>
            <p:cNvPr id="174" name="Google Shape;174;p8"/>
            <p:cNvSpPr/>
            <p:nvPr/>
          </p:nvSpPr>
          <p:spPr>
            <a:xfrm>
              <a:off x="6627813" y="196102"/>
              <a:ext cx="409575" cy="3647004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7061200" y="3772087"/>
              <a:ext cx="350838" cy="1309923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7439025" y="5053076"/>
              <a:ext cx="357188" cy="8206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7037388" y="3811543"/>
              <a:ext cx="457200" cy="185309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6992938" y="1264031"/>
              <a:ext cx="144462" cy="250805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7526338" y="5640963"/>
              <a:ext cx="111125" cy="232788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7021513" y="3598483"/>
              <a:ext cx="68262" cy="424804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7412038" y="2801482"/>
              <a:ext cx="1168400" cy="225159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7494588" y="5664636"/>
              <a:ext cx="100012" cy="209115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7412038" y="5082010"/>
              <a:ext cx="114300" cy="558953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412038" y="4978110"/>
              <a:ext cx="31750" cy="189386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7439025" y="5434480"/>
              <a:ext cx="174625" cy="43927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86" name="Google Shape;186;p8"/>
          <p:cNvSpPr/>
          <p:nvPr/>
        </p:nvSpPr>
        <p:spPr>
          <a:xfrm>
            <a:off x="0" y="0"/>
            <a:ext cx="182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7" name="Google Shape;187;p8"/>
          <p:cNvSpPr/>
          <p:nvPr/>
        </p:nvSpPr>
        <p:spPr>
          <a:xfrm flipH="1" rot="10800000">
            <a:off x="0" y="711200"/>
            <a:ext cx="1358891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7948612" y="6140450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  <a:endParaRPr/>
          </a:p>
        </p:txBody>
      </p:sp>
      <p:sp>
        <p:nvSpPr>
          <p:cNvPr id="189" name="Google Shape;189;p8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0" name="Google Shape;190;p8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1" name="Google Shape;191;p8"/>
          <p:cNvSpPr txBox="1"/>
          <p:nvPr>
            <p:ph idx="10" type="dt"/>
          </p:nvPr>
        </p:nvSpPr>
        <p:spPr>
          <a:xfrm>
            <a:off x="1828800" y="6111875"/>
            <a:ext cx="7668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2" name="Google Shape;192;p8"/>
          <p:cNvSpPr txBox="1"/>
          <p:nvPr>
            <p:ph idx="11" type="ftr"/>
          </p:nvPr>
        </p:nvSpPr>
        <p:spPr>
          <a:xfrm>
            <a:off x="2595562" y="6135687"/>
            <a:ext cx="506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3" name="Google Shape;193;p8"/>
          <p:cNvSpPr txBox="1"/>
          <p:nvPr>
            <p:ph idx="12" type="sldNum"/>
          </p:nvPr>
        </p:nvSpPr>
        <p:spPr>
          <a:xfrm>
            <a:off x="511175" y="78740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12" scaled="0"/>
        </a:gra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0"/>
          <p:cNvGrpSpPr/>
          <p:nvPr/>
        </p:nvGrpSpPr>
        <p:grpSpPr>
          <a:xfrm>
            <a:off x="34" y="228612"/>
            <a:ext cx="1981233" cy="6639155"/>
            <a:chOff x="2487613" y="285750"/>
            <a:chExt cx="2428874" cy="5654676"/>
          </a:xfrm>
        </p:grpSpPr>
        <p:sp>
          <p:nvSpPr>
            <p:cNvPr id="203" name="Google Shape;203;p10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4" name="Google Shape;204;p10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6" name="Google Shape;206;p10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7" name="Google Shape;207;p10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8" name="Google Shape;208;p10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9" name="Google Shape;209;p10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0" name="Google Shape;210;p10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1" name="Google Shape;211;p10"/>
            <p:cNvSpPr/>
            <p:nvPr/>
          </p:nvSpPr>
          <p:spPr>
            <a:xfrm>
              <a:off x="3147380" y="1282282"/>
              <a:ext cx="1769108" cy="3447974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2" name="Google Shape;212;p10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4" name="Google Shape;214;p10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15" name="Google Shape;215;p10"/>
          <p:cNvGrpSpPr/>
          <p:nvPr/>
        </p:nvGrpSpPr>
        <p:grpSpPr>
          <a:xfrm>
            <a:off x="20637" y="9"/>
            <a:ext cx="1952625" cy="6853490"/>
            <a:chOff x="6627813" y="196102"/>
            <a:chExt cx="1952625" cy="5677649"/>
          </a:xfrm>
        </p:grpSpPr>
        <p:sp>
          <p:nvSpPr>
            <p:cNvPr id="216" name="Google Shape;216;p10"/>
            <p:cNvSpPr/>
            <p:nvPr/>
          </p:nvSpPr>
          <p:spPr>
            <a:xfrm>
              <a:off x="6627813" y="196102"/>
              <a:ext cx="409575" cy="3647004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7061200" y="3772087"/>
              <a:ext cx="350838" cy="1309923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7439025" y="5053076"/>
              <a:ext cx="357188" cy="8206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7037388" y="3811543"/>
              <a:ext cx="457200" cy="185309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6992938" y="1264031"/>
              <a:ext cx="144462" cy="250805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7526338" y="5640963"/>
              <a:ext cx="111125" cy="232788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7021513" y="3598483"/>
              <a:ext cx="68262" cy="424804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7412038" y="2801482"/>
              <a:ext cx="1168400" cy="225159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7494588" y="5664636"/>
              <a:ext cx="100012" cy="209115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7412038" y="5082010"/>
              <a:ext cx="114300" cy="558953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412038" y="4978110"/>
              <a:ext cx="31750" cy="189386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7439025" y="5434480"/>
              <a:ext cx="174625" cy="43927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28" name="Google Shape;228;p10"/>
          <p:cNvSpPr/>
          <p:nvPr/>
        </p:nvSpPr>
        <p:spPr>
          <a:xfrm>
            <a:off x="0" y="0"/>
            <a:ext cx="182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9" name="Google Shape;229;p10"/>
          <p:cNvSpPr/>
          <p:nvPr/>
        </p:nvSpPr>
        <p:spPr>
          <a:xfrm flipH="1" rot="10800000">
            <a:off x="0" y="711200"/>
            <a:ext cx="1358891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7948612" y="6140450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  <a:endParaRPr/>
          </a:p>
        </p:txBody>
      </p:sp>
      <p:sp>
        <p:nvSpPr>
          <p:cNvPr id="231" name="Google Shape;231;p10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0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33" name="Google Shape;233;p10"/>
          <p:cNvSpPr txBox="1"/>
          <p:nvPr>
            <p:ph idx="12" type="sldNum"/>
          </p:nvPr>
        </p:nvSpPr>
        <p:spPr>
          <a:xfrm>
            <a:off x="511175" y="78740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 txBox="1"/>
          <p:nvPr>
            <p:ph idx="10" type="dt"/>
          </p:nvPr>
        </p:nvSpPr>
        <p:spPr>
          <a:xfrm>
            <a:off x="1943100" y="615632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35" name="Google Shape;235;p10"/>
          <p:cNvSpPr txBox="1"/>
          <p:nvPr>
            <p:ph idx="11" type="ftr"/>
          </p:nvPr>
        </p:nvSpPr>
        <p:spPr>
          <a:xfrm>
            <a:off x="2819400" y="6156325"/>
            <a:ext cx="4876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12" scaled="0"/>
        </a:gra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12"/>
          <p:cNvGrpSpPr/>
          <p:nvPr/>
        </p:nvGrpSpPr>
        <p:grpSpPr>
          <a:xfrm>
            <a:off x="34" y="228612"/>
            <a:ext cx="1981233" cy="6639155"/>
            <a:chOff x="2487613" y="285750"/>
            <a:chExt cx="2428874" cy="5654676"/>
          </a:xfrm>
        </p:grpSpPr>
        <p:sp>
          <p:nvSpPr>
            <p:cNvPr id="247" name="Google Shape;247;p12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8" name="Google Shape;248;p12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9" name="Google Shape;249;p12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0" name="Google Shape;250;p12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1" name="Google Shape;251;p12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2" name="Google Shape;252;p12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3147380" y="1282282"/>
              <a:ext cx="1769108" cy="3447974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7" name="Google Shape;257;p12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8" name="Google Shape;258;p12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59" name="Google Shape;259;p12"/>
          <p:cNvGrpSpPr/>
          <p:nvPr/>
        </p:nvGrpSpPr>
        <p:grpSpPr>
          <a:xfrm>
            <a:off x="20637" y="9"/>
            <a:ext cx="1952625" cy="6853490"/>
            <a:chOff x="6627813" y="196102"/>
            <a:chExt cx="1952625" cy="5677649"/>
          </a:xfrm>
        </p:grpSpPr>
        <p:sp>
          <p:nvSpPr>
            <p:cNvPr id="260" name="Google Shape;260;p12"/>
            <p:cNvSpPr/>
            <p:nvPr/>
          </p:nvSpPr>
          <p:spPr>
            <a:xfrm>
              <a:off x="6627813" y="196102"/>
              <a:ext cx="409575" cy="3647004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1" name="Google Shape;261;p12"/>
            <p:cNvSpPr/>
            <p:nvPr/>
          </p:nvSpPr>
          <p:spPr>
            <a:xfrm>
              <a:off x="7061200" y="3772087"/>
              <a:ext cx="350838" cy="1309923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2" name="Google Shape;262;p12"/>
            <p:cNvSpPr/>
            <p:nvPr/>
          </p:nvSpPr>
          <p:spPr>
            <a:xfrm>
              <a:off x="7439025" y="5053076"/>
              <a:ext cx="357188" cy="8206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3" name="Google Shape;263;p12"/>
            <p:cNvSpPr/>
            <p:nvPr/>
          </p:nvSpPr>
          <p:spPr>
            <a:xfrm>
              <a:off x="7037388" y="3811543"/>
              <a:ext cx="457200" cy="185309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4" name="Google Shape;264;p12"/>
            <p:cNvSpPr/>
            <p:nvPr/>
          </p:nvSpPr>
          <p:spPr>
            <a:xfrm>
              <a:off x="6992938" y="1264031"/>
              <a:ext cx="144462" cy="250805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5" name="Google Shape;265;p12"/>
            <p:cNvSpPr/>
            <p:nvPr/>
          </p:nvSpPr>
          <p:spPr>
            <a:xfrm>
              <a:off x="7526338" y="5640963"/>
              <a:ext cx="111125" cy="232788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6" name="Google Shape;266;p12"/>
            <p:cNvSpPr/>
            <p:nvPr/>
          </p:nvSpPr>
          <p:spPr>
            <a:xfrm>
              <a:off x="7021513" y="3598483"/>
              <a:ext cx="68262" cy="424804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7" name="Google Shape;267;p12"/>
            <p:cNvSpPr/>
            <p:nvPr/>
          </p:nvSpPr>
          <p:spPr>
            <a:xfrm>
              <a:off x="7412038" y="2801482"/>
              <a:ext cx="1168400" cy="225159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8" name="Google Shape;268;p12"/>
            <p:cNvSpPr/>
            <p:nvPr/>
          </p:nvSpPr>
          <p:spPr>
            <a:xfrm>
              <a:off x="7494588" y="5664636"/>
              <a:ext cx="100012" cy="209115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9" name="Google Shape;269;p12"/>
            <p:cNvSpPr/>
            <p:nvPr/>
          </p:nvSpPr>
          <p:spPr>
            <a:xfrm>
              <a:off x="7412038" y="5082010"/>
              <a:ext cx="114300" cy="558953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0" name="Google Shape;270;p12"/>
            <p:cNvSpPr/>
            <p:nvPr/>
          </p:nvSpPr>
          <p:spPr>
            <a:xfrm>
              <a:off x="7412038" y="4978110"/>
              <a:ext cx="31750" cy="189386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1" name="Google Shape;271;p12"/>
            <p:cNvSpPr/>
            <p:nvPr/>
          </p:nvSpPr>
          <p:spPr>
            <a:xfrm>
              <a:off x="7439025" y="5434480"/>
              <a:ext cx="174625" cy="43927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72" name="Google Shape;272;p12"/>
          <p:cNvSpPr/>
          <p:nvPr/>
        </p:nvSpPr>
        <p:spPr>
          <a:xfrm>
            <a:off x="0" y="0"/>
            <a:ext cx="182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3" name="Google Shape;273;p12"/>
          <p:cNvSpPr/>
          <p:nvPr/>
        </p:nvSpPr>
        <p:spPr>
          <a:xfrm flipH="1" rot="10800000">
            <a:off x="0" y="711200"/>
            <a:ext cx="1358891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4" name="Google Shape;274;p12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76" name="Google Shape;276;p12"/>
          <p:cNvSpPr txBox="1"/>
          <p:nvPr>
            <p:ph idx="10" type="dt"/>
          </p:nvPr>
        </p:nvSpPr>
        <p:spPr>
          <a:xfrm>
            <a:off x="1943100" y="615632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77" name="Google Shape;277;p12"/>
          <p:cNvSpPr txBox="1"/>
          <p:nvPr>
            <p:ph idx="11" type="ftr"/>
          </p:nvPr>
        </p:nvSpPr>
        <p:spPr>
          <a:xfrm>
            <a:off x="2819400" y="6156325"/>
            <a:ext cx="4876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78" name="Google Shape;278;p12"/>
          <p:cNvSpPr txBox="1"/>
          <p:nvPr>
            <p:ph idx="12" type="sldNum"/>
          </p:nvPr>
        </p:nvSpPr>
        <p:spPr>
          <a:xfrm>
            <a:off x="7948612" y="6140450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12" scaled="0"/>
        </a:gra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14"/>
          <p:cNvGrpSpPr/>
          <p:nvPr/>
        </p:nvGrpSpPr>
        <p:grpSpPr>
          <a:xfrm>
            <a:off x="34" y="228612"/>
            <a:ext cx="1981233" cy="6639155"/>
            <a:chOff x="2487613" y="285750"/>
            <a:chExt cx="2428874" cy="5654676"/>
          </a:xfrm>
        </p:grpSpPr>
        <p:sp>
          <p:nvSpPr>
            <p:cNvPr id="286" name="Google Shape;286;p14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3147380" y="1282282"/>
              <a:ext cx="1769108" cy="3447974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98" name="Google Shape;298;p14"/>
          <p:cNvGrpSpPr/>
          <p:nvPr/>
        </p:nvGrpSpPr>
        <p:grpSpPr>
          <a:xfrm>
            <a:off x="20637" y="9"/>
            <a:ext cx="1952625" cy="6853490"/>
            <a:chOff x="6627813" y="196102"/>
            <a:chExt cx="1952625" cy="5677649"/>
          </a:xfrm>
        </p:grpSpPr>
        <p:sp>
          <p:nvSpPr>
            <p:cNvPr id="299" name="Google Shape;299;p14"/>
            <p:cNvSpPr/>
            <p:nvPr/>
          </p:nvSpPr>
          <p:spPr>
            <a:xfrm>
              <a:off x="6627813" y="196102"/>
              <a:ext cx="409575" cy="3647004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7061200" y="3772087"/>
              <a:ext cx="350838" cy="1309923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7439025" y="5053076"/>
              <a:ext cx="357188" cy="8206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7037388" y="3811543"/>
              <a:ext cx="457200" cy="185309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6992938" y="1264031"/>
              <a:ext cx="144462" cy="250805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7526338" y="5640963"/>
              <a:ext cx="111125" cy="232788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7021513" y="3598483"/>
              <a:ext cx="68262" cy="424804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7412038" y="2801482"/>
              <a:ext cx="1168400" cy="225159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7494588" y="5664636"/>
              <a:ext cx="100012" cy="209115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7412038" y="5082010"/>
              <a:ext cx="114300" cy="558953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7412038" y="4978110"/>
              <a:ext cx="31750" cy="189386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7439025" y="5434480"/>
              <a:ext cx="174625" cy="43927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11" name="Google Shape;311;p14"/>
          <p:cNvSpPr/>
          <p:nvPr/>
        </p:nvSpPr>
        <p:spPr>
          <a:xfrm>
            <a:off x="0" y="0"/>
            <a:ext cx="182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2" name="Google Shape;312;p14"/>
          <p:cNvSpPr/>
          <p:nvPr/>
        </p:nvSpPr>
        <p:spPr>
          <a:xfrm flipH="1" rot="10800000">
            <a:off x="0" y="711200"/>
            <a:ext cx="1358891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3" name="Google Shape;313;p14"/>
          <p:cNvSpPr txBox="1"/>
          <p:nvPr/>
        </p:nvSpPr>
        <p:spPr>
          <a:xfrm>
            <a:off x="7948612" y="6140450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  <a:endParaRPr/>
          </a:p>
        </p:txBody>
      </p:sp>
      <p:sp>
        <p:nvSpPr>
          <p:cNvPr id="314" name="Google Shape;314;p14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5" name="Google Shape;315;p14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16" name="Google Shape;316;p14"/>
          <p:cNvSpPr txBox="1"/>
          <p:nvPr>
            <p:ph idx="10" type="dt"/>
          </p:nvPr>
        </p:nvSpPr>
        <p:spPr>
          <a:xfrm>
            <a:off x="1943100" y="615632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17" name="Google Shape;317;p14"/>
          <p:cNvSpPr txBox="1"/>
          <p:nvPr>
            <p:ph idx="11" type="ftr"/>
          </p:nvPr>
        </p:nvSpPr>
        <p:spPr>
          <a:xfrm>
            <a:off x="2819400" y="6156325"/>
            <a:ext cx="502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18" name="Google Shape;318;p14"/>
          <p:cNvSpPr txBox="1"/>
          <p:nvPr>
            <p:ph idx="12" type="sldNum"/>
          </p:nvPr>
        </p:nvSpPr>
        <p:spPr>
          <a:xfrm>
            <a:off x="511175" y="78740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12" scaled="0"/>
        </a:gra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16"/>
          <p:cNvGrpSpPr/>
          <p:nvPr/>
        </p:nvGrpSpPr>
        <p:grpSpPr>
          <a:xfrm>
            <a:off x="34" y="228612"/>
            <a:ext cx="1981233" cy="6639155"/>
            <a:chOff x="2487613" y="285750"/>
            <a:chExt cx="2428874" cy="5654676"/>
          </a:xfrm>
        </p:grpSpPr>
        <p:sp>
          <p:nvSpPr>
            <p:cNvPr id="325" name="Google Shape;325;p16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8" name="Google Shape;328;p16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9" name="Google Shape;329;p16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0" name="Google Shape;330;p16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2" name="Google Shape;332;p16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3" name="Google Shape;333;p16"/>
            <p:cNvSpPr/>
            <p:nvPr/>
          </p:nvSpPr>
          <p:spPr>
            <a:xfrm>
              <a:off x="3147380" y="1282282"/>
              <a:ext cx="1769108" cy="3447974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4" name="Google Shape;334;p16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5" name="Google Shape;335;p16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6" name="Google Shape;336;p16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37" name="Google Shape;337;p16"/>
          <p:cNvGrpSpPr/>
          <p:nvPr/>
        </p:nvGrpSpPr>
        <p:grpSpPr>
          <a:xfrm>
            <a:off x="20637" y="9"/>
            <a:ext cx="1952625" cy="6853490"/>
            <a:chOff x="6627813" y="196102"/>
            <a:chExt cx="1952625" cy="5677649"/>
          </a:xfrm>
        </p:grpSpPr>
        <p:sp>
          <p:nvSpPr>
            <p:cNvPr id="338" name="Google Shape;338;p16"/>
            <p:cNvSpPr/>
            <p:nvPr/>
          </p:nvSpPr>
          <p:spPr>
            <a:xfrm>
              <a:off x="6627813" y="196102"/>
              <a:ext cx="409575" cy="3647004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7061200" y="3772087"/>
              <a:ext cx="350838" cy="1309923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0" name="Google Shape;340;p16"/>
            <p:cNvSpPr/>
            <p:nvPr/>
          </p:nvSpPr>
          <p:spPr>
            <a:xfrm>
              <a:off x="7439025" y="5053076"/>
              <a:ext cx="357188" cy="8206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7037388" y="3811543"/>
              <a:ext cx="457200" cy="185309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2" name="Google Shape;342;p16"/>
            <p:cNvSpPr/>
            <p:nvPr/>
          </p:nvSpPr>
          <p:spPr>
            <a:xfrm>
              <a:off x="6992938" y="1264031"/>
              <a:ext cx="144462" cy="250805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3" name="Google Shape;343;p16"/>
            <p:cNvSpPr/>
            <p:nvPr/>
          </p:nvSpPr>
          <p:spPr>
            <a:xfrm>
              <a:off x="7526338" y="5640963"/>
              <a:ext cx="111125" cy="232788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4" name="Google Shape;344;p16"/>
            <p:cNvSpPr/>
            <p:nvPr/>
          </p:nvSpPr>
          <p:spPr>
            <a:xfrm>
              <a:off x="7021513" y="3598483"/>
              <a:ext cx="68262" cy="424804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5" name="Google Shape;345;p16"/>
            <p:cNvSpPr/>
            <p:nvPr/>
          </p:nvSpPr>
          <p:spPr>
            <a:xfrm>
              <a:off x="7412038" y="2801482"/>
              <a:ext cx="1168400" cy="225159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6" name="Google Shape;346;p16"/>
            <p:cNvSpPr/>
            <p:nvPr/>
          </p:nvSpPr>
          <p:spPr>
            <a:xfrm>
              <a:off x="7494588" y="5664636"/>
              <a:ext cx="100012" cy="209115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7" name="Google Shape;347;p16"/>
            <p:cNvSpPr/>
            <p:nvPr/>
          </p:nvSpPr>
          <p:spPr>
            <a:xfrm>
              <a:off x="7412038" y="5082010"/>
              <a:ext cx="114300" cy="558953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8" name="Google Shape;348;p16"/>
            <p:cNvSpPr/>
            <p:nvPr/>
          </p:nvSpPr>
          <p:spPr>
            <a:xfrm>
              <a:off x="7412038" y="4978110"/>
              <a:ext cx="31750" cy="189386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9" name="Google Shape;349;p16"/>
            <p:cNvSpPr/>
            <p:nvPr/>
          </p:nvSpPr>
          <p:spPr>
            <a:xfrm>
              <a:off x="7439025" y="5434480"/>
              <a:ext cx="174625" cy="43927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50" name="Google Shape;350;p16"/>
          <p:cNvSpPr/>
          <p:nvPr/>
        </p:nvSpPr>
        <p:spPr>
          <a:xfrm>
            <a:off x="0" y="0"/>
            <a:ext cx="182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1" name="Google Shape;351;p16"/>
          <p:cNvSpPr/>
          <p:nvPr/>
        </p:nvSpPr>
        <p:spPr>
          <a:xfrm flipH="1" rot="10800000">
            <a:off x="0" y="711200"/>
            <a:ext cx="1358891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2" name="Google Shape;352;p16"/>
          <p:cNvSpPr txBox="1"/>
          <p:nvPr/>
        </p:nvSpPr>
        <p:spPr>
          <a:xfrm>
            <a:off x="7948612" y="6140450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  <a:endParaRPr/>
          </a:p>
        </p:txBody>
      </p:sp>
      <p:sp>
        <p:nvSpPr>
          <p:cNvPr id="353" name="Google Shape;353;p16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4" name="Google Shape;354;p16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55" name="Google Shape;355;p16"/>
          <p:cNvSpPr txBox="1"/>
          <p:nvPr>
            <p:ph idx="12" type="sldNum"/>
          </p:nvPr>
        </p:nvSpPr>
        <p:spPr>
          <a:xfrm>
            <a:off x="511175" y="78740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6"/>
          <p:cNvSpPr txBox="1"/>
          <p:nvPr>
            <p:ph idx="10" type="dt"/>
          </p:nvPr>
        </p:nvSpPr>
        <p:spPr>
          <a:xfrm>
            <a:off x="1943100" y="615632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57" name="Google Shape;357;p16"/>
          <p:cNvSpPr txBox="1"/>
          <p:nvPr>
            <p:ph idx="11" type="ftr"/>
          </p:nvPr>
        </p:nvSpPr>
        <p:spPr>
          <a:xfrm>
            <a:off x="2819400" y="6156325"/>
            <a:ext cx="502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12" scaled="0"/>
        </a:gra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18"/>
          <p:cNvGrpSpPr/>
          <p:nvPr/>
        </p:nvGrpSpPr>
        <p:grpSpPr>
          <a:xfrm>
            <a:off x="34" y="228612"/>
            <a:ext cx="1981233" cy="6639155"/>
            <a:chOff x="2487613" y="285750"/>
            <a:chExt cx="2428874" cy="5654676"/>
          </a:xfrm>
        </p:grpSpPr>
        <p:sp>
          <p:nvSpPr>
            <p:cNvPr id="367" name="Google Shape;367;p18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1" name="Google Shape;371;p18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3147380" y="1282282"/>
              <a:ext cx="1769108" cy="3447974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79" name="Google Shape;379;p18"/>
          <p:cNvGrpSpPr/>
          <p:nvPr/>
        </p:nvGrpSpPr>
        <p:grpSpPr>
          <a:xfrm>
            <a:off x="20637" y="9"/>
            <a:ext cx="1952625" cy="6853490"/>
            <a:chOff x="6627813" y="196102"/>
            <a:chExt cx="1952625" cy="5677649"/>
          </a:xfrm>
        </p:grpSpPr>
        <p:sp>
          <p:nvSpPr>
            <p:cNvPr id="380" name="Google Shape;380;p18"/>
            <p:cNvSpPr/>
            <p:nvPr/>
          </p:nvSpPr>
          <p:spPr>
            <a:xfrm>
              <a:off x="6627813" y="196102"/>
              <a:ext cx="409575" cy="3647004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7061200" y="3772087"/>
              <a:ext cx="350838" cy="1309923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7439025" y="5053076"/>
              <a:ext cx="357188" cy="8206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7037388" y="3811543"/>
              <a:ext cx="457200" cy="185309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6992938" y="1264031"/>
              <a:ext cx="144462" cy="250805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7526338" y="5640963"/>
              <a:ext cx="111125" cy="232788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7021513" y="3598483"/>
              <a:ext cx="68262" cy="424804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7412038" y="2801482"/>
              <a:ext cx="1168400" cy="225159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7494588" y="5664636"/>
              <a:ext cx="100012" cy="209115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7412038" y="5082010"/>
              <a:ext cx="114300" cy="558953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7412038" y="4978110"/>
              <a:ext cx="31750" cy="189386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7439025" y="5434480"/>
              <a:ext cx="174625" cy="43927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92" name="Google Shape;392;p18"/>
          <p:cNvSpPr/>
          <p:nvPr/>
        </p:nvSpPr>
        <p:spPr>
          <a:xfrm>
            <a:off x="0" y="0"/>
            <a:ext cx="182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3" name="Google Shape;393;p18"/>
          <p:cNvSpPr/>
          <p:nvPr/>
        </p:nvSpPr>
        <p:spPr>
          <a:xfrm flipH="1" rot="10800000">
            <a:off x="0" y="4910137"/>
            <a:ext cx="1358891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4" name="Google Shape;394;p18"/>
          <p:cNvSpPr txBox="1"/>
          <p:nvPr/>
        </p:nvSpPr>
        <p:spPr>
          <a:xfrm>
            <a:off x="1949450" y="618807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395" name="Google Shape;395;p18"/>
          <p:cNvSpPr txBox="1"/>
          <p:nvPr/>
        </p:nvSpPr>
        <p:spPr>
          <a:xfrm>
            <a:off x="2790825" y="6210300"/>
            <a:ext cx="502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396" name="Google Shape;396;p18"/>
          <p:cNvSpPr txBox="1"/>
          <p:nvPr/>
        </p:nvSpPr>
        <p:spPr>
          <a:xfrm>
            <a:off x="7954962" y="6091237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397" name="Google Shape;397;p18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8" name="Google Shape;398;p18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99" name="Google Shape;399;p18"/>
          <p:cNvSpPr txBox="1"/>
          <p:nvPr>
            <p:ph idx="12" type="sldNum"/>
          </p:nvPr>
        </p:nvSpPr>
        <p:spPr>
          <a:xfrm>
            <a:off x="511175" y="4983162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12" scaled="0"/>
        </a:gra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oogle Shape;406;p20"/>
          <p:cNvGrpSpPr/>
          <p:nvPr/>
        </p:nvGrpSpPr>
        <p:grpSpPr>
          <a:xfrm>
            <a:off x="34" y="228612"/>
            <a:ext cx="1981233" cy="6639155"/>
            <a:chOff x="2487613" y="285750"/>
            <a:chExt cx="2428874" cy="5654676"/>
          </a:xfrm>
        </p:grpSpPr>
        <p:sp>
          <p:nvSpPr>
            <p:cNvPr id="407" name="Google Shape;407;p20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8" name="Google Shape;408;p20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9" name="Google Shape;409;p20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0" name="Google Shape;410;p20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1" name="Google Shape;411;p20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2" name="Google Shape;412;p20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3" name="Google Shape;413;p20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4" name="Google Shape;414;p20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5" name="Google Shape;415;p20"/>
            <p:cNvSpPr/>
            <p:nvPr/>
          </p:nvSpPr>
          <p:spPr>
            <a:xfrm>
              <a:off x="3147380" y="1282282"/>
              <a:ext cx="1769108" cy="3447974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6" name="Google Shape;416;p20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7" name="Google Shape;417;p20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8" name="Google Shape;418;p20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19" name="Google Shape;419;p20"/>
          <p:cNvGrpSpPr/>
          <p:nvPr/>
        </p:nvGrpSpPr>
        <p:grpSpPr>
          <a:xfrm>
            <a:off x="20637" y="9"/>
            <a:ext cx="1952625" cy="6853490"/>
            <a:chOff x="6627813" y="196102"/>
            <a:chExt cx="1952625" cy="5677649"/>
          </a:xfrm>
        </p:grpSpPr>
        <p:sp>
          <p:nvSpPr>
            <p:cNvPr id="420" name="Google Shape;420;p20"/>
            <p:cNvSpPr/>
            <p:nvPr/>
          </p:nvSpPr>
          <p:spPr>
            <a:xfrm>
              <a:off x="6627813" y="196102"/>
              <a:ext cx="409575" cy="3647004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1" name="Google Shape;421;p20"/>
            <p:cNvSpPr/>
            <p:nvPr/>
          </p:nvSpPr>
          <p:spPr>
            <a:xfrm>
              <a:off x="7061200" y="3772087"/>
              <a:ext cx="350838" cy="1309923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2" name="Google Shape;422;p20"/>
            <p:cNvSpPr/>
            <p:nvPr/>
          </p:nvSpPr>
          <p:spPr>
            <a:xfrm>
              <a:off x="7439025" y="5053076"/>
              <a:ext cx="357188" cy="8206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3" name="Google Shape;423;p20"/>
            <p:cNvSpPr/>
            <p:nvPr/>
          </p:nvSpPr>
          <p:spPr>
            <a:xfrm>
              <a:off x="7037388" y="3811543"/>
              <a:ext cx="457200" cy="185309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4" name="Google Shape;424;p20"/>
            <p:cNvSpPr/>
            <p:nvPr/>
          </p:nvSpPr>
          <p:spPr>
            <a:xfrm>
              <a:off x="6992938" y="1264031"/>
              <a:ext cx="144462" cy="250805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5" name="Google Shape;425;p20"/>
            <p:cNvSpPr/>
            <p:nvPr/>
          </p:nvSpPr>
          <p:spPr>
            <a:xfrm>
              <a:off x="7526338" y="5640963"/>
              <a:ext cx="111125" cy="232788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6" name="Google Shape;426;p20"/>
            <p:cNvSpPr/>
            <p:nvPr/>
          </p:nvSpPr>
          <p:spPr>
            <a:xfrm>
              <a:off x="7021513" y="3598483"/>
              <a:ext cx="68262" cy="424804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7" name="Google Shape;427;p20"/>
            <p:cNvSpPr/>
            <p:nvPr/>
          </p:nvSpPr>
          <p:spPr>
            <a:xfrm>
              <a:off x="7412038" y="2801482"/>
              <a:ext cx="1168400" cy="225159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8" name="Google Shape;428;p20"/>
            <p:cNvSpPr/>
            <p:nvPr/>
          </p:nvSpPr>
          <p:spPr>
            <a:xfrm>
              <a:off x="7494588" y="5664636"/>
              <a:ext cx="100012" cy="209115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9" name="Google Shape;429;p20"/>
            <p:cNvSpPr/>
            <p:nvPr/>
          </p:nvSpPr>
          <p:spPr>
            <a:xfrm>
              <a:off x="7412038" y="5082010"/>
              <a:ext cx="114300" cy="558953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0" name="Google Shape;430;p20"/>
            <p:cNvSpPr/>
            <p:nvPr/>
          </p:nvSpPr>
          <p:spPr>
            <a:xfrm>
              <a:off x="7412038" y="4978110"/>
              <a:ext cx="31750" cy="189386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1" name="Google Shape;431;p20"/>
            <p:cNvSpPr/>
            <p:nvPr/>
          </p:nvSpPr>
          <p:spPr>
            <a:xfrm>
              <a:off x="7439025" y="5434480"/>
              <a:ext cx="174625" cy="43927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32" name="Google Shape;432;p20"/>
          <p:cNvSpPr/>
          <p:nvPr/>
        </p:nvSpPr>
        <p:spPr>
          <a:xfrm>
            <a:off x="0" y="0"/>
            <a:ext cx="182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3" name="Google Shape;433;p20"/>
          <p:cNvSpPr/>
          <p:nvPr/>
        </p:nvSpPr>
        <p:spPr>
          <a:xfrm flipH="1" rot="10800000">
            <a:off x="0" y="3167062"/>
            <a:ext cx="1358891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4" name="Google Shape;434;p20"/>
          <p:cNvSpPr txBox="1"/>
          <p:nvPr/>
        </p:nvSpPr>
        <p:spPr>
          <a:xfrm>
            <a:off x="1949450" y="618807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435" name="Google Shape;435;p20"/>
          <p:cNvSpPr txBox="1"/>
          <p:nvPr/>
        </p:nvSpPr>
        <p:spPr>
          <a:xfrm>
            <a:off x="2790825" y="6210300"/>
            <a:ext cx="502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436" name="Google Shape;436;p20"/>
          <p:cNvSpPr txBox="1"/>
          <p:nvPr/>
        </p:nvSpPr>
        <p:spPr>
          <a:xfrm>
            <a:off x="7954962" y="6091237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437" name="Google Shape;437;p20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8" name="Google Shape;438;p20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39" name="Google Shape;439;p20"/>
          <p:cNvSpPr txBox="1"/>
          <p:nvPr>
            <p:ph idx="12" type="sldNum"/>
          </p:nvPr>
        </p:nvSpPr>
        <p:spPr>
          <a:xfrm>
            <a:off x="511175" y="324485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12" scaled="0"/>
        </a:gra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oogle Shape;445;p22"/>
          <p:cNvGrpSpPr/>
          <p:nvPr/>
        </p:nvGrpSpPr>
        <p:grpSpPr>
          <a:xfrm>
            <a:off x="34" y="228612"/>
            <a:ext cx="1981233" cy="6639155"/>
            <a:chOff x="2487613" y="285750"/>
            <a:chExt cx="2428874" cy="5654676"/>
          </a:xfrm>
        </p:grpSpPr>
        <p:sp>
          <p:nvSpPr>
            <p:cNvPr id="446" name="Google Shape;446;p22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7" name="Google Shape;447;p22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8" name="Google Shape;448;p22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9" name="Google Shape;449;p22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0" name="Google Shape;450;p22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3147380" y="1282282"/>
              <a:ext cx="1769108" cy="3447974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5" name="Google Shape;455;p22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6" name="Google Shape;456;p22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58" name="Google Shape;458;p22"/>
          <p:cNvGrpSpPr/>
          <p:nvPr/>
        </p:nvGrpSpPr>
        <p:grpSpPr>
          <a:xfrm>
            <a:off x="20637" y="9"/>
            <a:ext cx="1952625" cy="6853490"/>
            <a:chOff x="6627813" y="196102"/>
            <a:chExt cx="1952625" cy="5677649"/>
          </a:xfrm>
        </p:grpSpPr>
        <p:sp>
          <p:nvSpPr>
            <p:cNvPr id="459" name="Google Shape;459;p22"/>
            <p:cNvSpPr/>
            <p:nvPr/>
          </p:nvSpPr>
          <p:spPr>
            <a:xfrm>
              <a:off x="6627813" y="196102"/>
              <a:ext cx="409575" cy="3647004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0" name="Google Shape;460;p22"/>
            <p:cNvSpPr/>
            <p:nvPr/>
          </p:nvSpPr>
          <p:spPr>
            <a:xfrm>
              <a:off x="7061200" y="3772087"/>
              <a:ext cx="350838" cy="1309923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1" name="Google Shape;461;p22"/>
            <p:cNvSpPr/>
            <p:nvPr/>
          </p:nvSpPr>
          <p:spPr>
            <a:xfrm>
              <a:off x="7439025" y="5053076"/>
              <a:ext cx="357188" cy="8206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2" name="Google Shape;462;p22"/>
            <p:cNvSpPr/>
            <p:nvPr/>
          </p:nvSpPr>
          <p:spPr>
            <a:xfrm>
              <a:off x="7037388" y="3811543"/>
              <a:ext cx="457200" cy="185309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3" name="Google Shape;463;p22"/>
            <p:cNvSpPr/>
            <p:nvPr/>
          </p:nvSpPr>
          <p:spPr>
            <a:xfrm>
              <a:off x="6992938" y="1264031"/>
              <a:ext cx="144462" cy="250805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4" name="Google Shape;464;p22"/>
            <p:cNvSpPr/>
            <p:nvPr/>
          </p:nvSpPr>
          <p:spPr>
            <a:xfrm>
              <a:off x="7526338" y="5640963"/>
              <a:ext cx="111125" cy="232788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5" name="Google Shape;465;p22"/>
            <p:cNvSpPr/>
            <p:nvPr/>
          </p:nvSpPr>
          <p:spPr>
            <a:xfrm>
              <a:off x="7021513" y="3598483"/>
              <a:ext cx="68262" cy="424804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6" name="Google Shape;466;p22"/>
            <p:cNvSpPr/>
            <p:nvPr/>
          </p:nvSpPr>
          <p:spPr>
            <a:xfrm>
              <a:off x="7412038" y="2801482"/>
              <a:ext cx="1168400" cy="225159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7" name="Google Shape;467;p22"/>
            <p:cNvSpPr/>
            <p:nvPr/>
          </p:nvSpPr>
          <p:spPr>
            <a:xfrm>
              <a:off x="7494588" y="5664636"/>
              <a:ext cx="100012" cy="209115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8" name="Google Shape;468;p22"/>
            <p:cNvSpPr/>
            <p:nvPr/>
          </p:nvSpPr>
          <p:spPr>
            <a:xfrm>
              <a:off x="7412038" y="5082010"/>
              <a:ext cx="114300" cy="558953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9" name="Google Shape;469;p22"/>
            <p:cNvSpPr/>
            <p:nvPr/>
          </p:nvSpPr>
          <p:spPr>
            <a:xfrm>
              <a:off x="7412038" y="4978110"/>
              <a:ext cx="31750" cy="189386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0" name="Google Shape;470;p22"/>
            <p:cNvSpPr/>
            <p:nvPr/>
          </p:nvSpPr>
          <p:spPr>
            <a:xfrm>
              <a:off x="7439025" y="5434480"/>
              <a:ext cx="174625" cy="43927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71" name="Google Shape;471;p22"/>
          <p:cNvSpPr/>
          <p:nvPr/>
        </p:nvSpPr>
        <p:spPr>
          <a:xfrm>
            <a:off x="0" y="0"/>
            <a:ext cx="182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2" name="Google Shape;472;p22"/>
          <p:cNvSpPr/>
          <p:nvPr/>
        </p:nvSpPr>
        <p:spPr>
          <a:xfrm flipH="1" rot="10800000">
            <a:off x="0" y="3167062"/>
            <a:ext cx="1358891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>
            <a:off x="1808162" y="647700"/>
            <a:ext cx="4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b="0" i="0" lang="en-US" sz="80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474" name="Google Shape;474;p22"/>
          <p:cNvSpPr txBox="1"/>
          <p:nvPr/>
        </p:nvSpPr>
        <p:spPr>
          <a:xfrm>
            <a:off x="8169275" y="2905125"/>
            <a:ext cx="4572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b="0" i="0" lang="en-US" sz="80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475" name="Google Shape;475;p22"/>
          <p:cNvSpPr txBox="1"/>
          <p:nvPr/>
        </p:nvSpPr>
        <p:spPr>
          <a:xfrm>
            <a:off x="1949450" y="618807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476" name="Google Shape;476;p22"/>
          <p:cNvSpPr txBox="1"/>
          <p:nvPr/>
        </p:nvSpPr>
        <p:spPr>
          <a:xfrm>
            <a:off x="2790825" y="6210300"/>
            <a:ext cx="502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477" name="Google Shape;477;p22"/>
          <p:cNvSpPr txBox="1"/>
          <p:nvPr/>
        </p:nvSpPr>
        <p:spPr>
          <a:xfrm>
            <a:off x="7954962" y="6091237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478" name="Google Shape;478;p22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9" name="Google Shape;479;p22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80" name="Google Shape;480;p22"/>
          <p:cNvSpPr txBox="1"/>
          <p:nvPr>
            <p:ph idx="12" type="sldNum"/>
          </p:nvPr>
        </p:nvSpPr>
        <p:spPr>
          <a:xfrm>
            <a:off x="511175" y="324485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12" scaled="0"/>
        </a:gra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24"/>
          <p:cNvGrpSpPr/>
          <p:nvPr/>
        </p:nvGrpSpPr>
        <p:grpSpPr>
          <a:xfrm>
            <a:off x="34" y="228612"/>
            <a:ext cx="1981233" cy="6639155"/>
            <a:chOff x="2487613" y="285750"/>
            <a:chExt cx="2428874" cy="5654676"/>
          </a:xfrm>
        </p:grpSpPr>
        <p:sp>
          <p:nvSpPr>
            <p:cNvPr id="488" name="Google Shape;488;p24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9" name="Google Shape;489;p24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0" name="Google Shape;490;p24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1" name="Google Shape;491;p24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2" name="Google Shape;492;p24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3" name="Google Shape;493;p24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4" name="Google Shape;494;p24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5" name="Google Shape;495;p24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6" name="Google Shape;496;p24"/>
            <p:cNvSpPr/>
            <p:nvPr/>
          </p:nvSpPr>
          <p:spPr>
            <a:xfrm>
              <a:off x="3147380" y="1282282"/>
              <a:ext cx="1769108" cy="3447974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7" name="Google Shape;497;p24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8" name="Google Shape;498;p24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9" name="Google Shape;499;p24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00" name="Google Shape;500;p24"/>
          <p:cNvGrpSpPr/>
          <p:nvPr/>
        </p:nvGrpSpPr>
        <p:grpSpPr>
          <a:xfrm>
            <a:off x="20637" y="9"/>
            <a:ext cx="1952625" cy="6853490"/>
            <a:chOff x="6627813" y="196102"/>
            <a:chExt cx="1952625" cy="5677649"/>
          </a:xfrm>
        </p:grpSpPr>
        <p:sp>
          <p:nvSpPr>
            <p:cNvPr id="501" name="Google Shape;501;p24"/>
            <p:cNvSpPr/>
            <p:nvPr/>
          </p:nvSpPr>
          <p:spPr>
            <a:xfrm>
              <a:off x="6627813" y="196102"/>
              <a:ext cx="409575" cy="3647004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2" name="Google Shape;502;p24"/>
            <p:cNvSpPr/>
            <p:nvPr/>
          </p:nvSpPr>
          <p:spPr>
            <a:xfrm>
              <a:off x="7061200" y="3772087"/>
              <a:ext cx="350838" cy="1309923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3" name="Google Shape;503;p24"/>
            <p:cNvSpPr/>
            <p:nvPr/>
          </p:nvSpPr>
          <p:spPr>
            <a:xfrm>
              <a:off x="7439025" y="5053076"/>
              <a:ext cx="357188" cy="8206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4" name="Google Shape;504;p24"/>
            <p:cNvSpPr/>
            <p:nvPr/>
          </p:nvSpPr>
          <p:spPr>
            <a:xfrm>
              <a:off x="7037388" y="3811543"/>
              <a:ext cx="457200" cy="185309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5" name="Google Shape;505;p24"/>
            <p:cNvSpPr/>
            <p:nvPr/>
          </p:nvSpPr>
          <p:spPr>
            <a:xfrm>
              <a:off x="6992938" y="1264031"/>
              <a:ext cx="144462" cy="250805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6" name="Google Shape;506;p24"/>
            <p:cNvSpPr/>
            <p:nvPr/>
          </p:nvSpPr>
          <p:spPr>
            <a:xfrm>
              <a:off x="7526338" y="5640963"/>
              <a:ext cx="111125" cy="232788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7" name="Google Shape;507;p24"/>
            <p:cNvSpPr/>
            <p:nvPr/>
          </p:nvSpPr>
          <p:spPr>
            <a:xfrm>
              <a:off x="7021513" y="3598483"/>
              <a:ext cx="68262" cy="424804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8" name="Google Shape;508;p24"/>
            <p:cNvSpPr/>
            <p:nvPr/>
          </p:nvSpPr>
          <p:spPr>
            <a:xfrm>
              <a:off x="7412038" y="2801482"/>
              <a:ext cx="1168400" cy="225159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9" name="Google Shape;509;p24"/>
            <p:cNvSpPr/>
            <p:nvPr/>
          </p:nvSpPr>
          <p:spPr>
            <a:xfrm>
              <a:off x="7494588" y="5664636"/>
              <a:ext cx="100012" cy="209115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0" name="Google Shape;510;p24"/>
            <p:cNvSpPr/>
            <p:nvPr/>
          </p:nvSpPr>
          <p:spPr>
            <a:xfrm>
              <a:off x="7412038" y="5082010"/>
              <a:ext cx="114300" cy="558953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1" name="Google Shape;511;p24"/>
            <p:cNvSpPr/>
            <p:nvPr/>
          </p:nvSpPr>
          <p:spPr>
            <a:xfrm>
              <a:off x="7412038" y="4978110"/>
              <a:ext cx="31750" cy="189386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7439025" y="5434480"/>
              <a:ext cx="174625" cy="43927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13" name="Google Shape;513;p24"/>
          <p:cNvSpPr/>
          <p:nvPr/>
        </p:nvSpPr>
        <p:spPr>
          <a:xfrm>
            <a:off x="0" y="0"/>
            <a:ext cx="182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4" name="Google Shape;514;p24"/>
          <p:cNvSpPr/>
          <p:nvPr/>
        </p:nvSpPr>
        <p:spPr>
          <a:xfrm flipH="1" rot="10800000">
            <a:off x="0" y="4910137"/>
            <a:ext cx="1358891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5" name="Google Shape;515;p24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16" name="Google Shape;516;p24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17" name="Google Shape;517;p24"/>
          <p:cNvSpPr txBox="1"/>
          <p:nvPr>
            <p:ph idx="12" type="sldNum"/>
          </p:nvPr>
        </p:nvSpPr>
        <p:spPr>
          <a:xfrm>
            <a:off x="511175" y="4983162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12" scaled="0"/>
        </a:gra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26"/>
          <p:cNvGrpSpPr/>
          <p:nvPr/>
        </p:nvGrpSpPr>
        <p:grpSpPr>
          <a:xfrm>
            <a:off x="34" y="228612"/>
            <a:ext cx="1981233" cy="6639155"/>
            <a:chOff x="2487613" y="285750"/>
            <a:chExt cx="2428874" cy="5654676"/>
          </a:xfrm>
        </p:grpSpPr>
        <p:sp>
          <p:nvSpPr>
            <p:cNvPr id="524" name="Google Shape;524;p26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5" name="Google Shape;525;p26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6" name="Google Shape;526;p26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7" name="Google Shape;527;p26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8" name="Google Shape;528;p26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9" name="Google Shape;529;p26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0" name="Google Shape;530;p26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1" name="Google Shape;531;p26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2" name="Google Shape;532;p26"/>
            <p:cNvSpPr/>
            <p:nvPr/>
          </p:nvSpPr>
          <p:spPr>
            <a:xfrm>
              <a:off x="3147380" y="1282282"/>
              <a:ext cx="1769108" cy="3447974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36" name="Google Shape;536;p26"/>
          <p:cNvGrpSpPr/>
          <p:nvPr/>
        </p:nvGrpSpPr>
        <p:grpSpPr>
          <a:xfrm>
            <a:off x="20637" y="9"/>
            <a:ext cx="1952625" cy="6853490"/>
            <a:chOff x="6627813" y="196102"/>
            <a:chExt cx="1952625" cy="5677649"/>
          </a:xfrm>
        </p:grpSpPr>
        <p:sp>
          <p:nvSpPr>
            <p:cNvPr id="537" name="Google Shape;537;p26"/>
            <p:cNvSpPr/>
            <p:nvPr/>
          </p:nvSpPr>
          <p:spPr>
            <a:xfrm>
              <a:off x="6627813" y="196102"/>
              <a:ext cx="409575" cy="3647004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8" name="Google Shape;538;p26"/>
            <p:cNvSpPr/>
            <p:nvPr/>
          </p:nvSpPr>
          <p:spPr>
            <a:xfrm>
              <a:off x="7061200" y="3772087"/>
              <a:ext cx="350838" cy="1309923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9" name="Google Shape;539;p26"/>
            <p:cNvSpPr/>
            <p:nvPr/>
          </p:nvSpPr>
          <p:spPr>
            <a:xfrm>
              <a:off x="7439025" y="5053076"/>
              <a:ext cx="357188" cy="8206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0" name="Google Shape;540;p26"/>
            <p:cNvSpPr/>
            <p:nvPr/>
          </p:nvSpPr>
          <p:spPr>
            <a:xfrm>
              <a:off x="7037388" y="3811543"/>
              <a:ext cx="457200" cy="185309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1" name="Google Shape;541;p26"/>
            <p:cNvSpPr/>
            <p:nvPr/>
          </p:nvSpPr>
          <p:spPr>
            <a:xfrm>
              <a:off x="6992938" y="1264031"/>
              <a:ext cx="144462" cy="250805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2" name="Google Shape;542;p26"/>
            <p:cNvSpPr/>
            <p:nvPr/>
          </p:nvSpPr>
          <p:spPr>
            <a:xfrm>
              <a:off x="7526338" y="5640963"/>
              <a:ext cx="111125" cy="232788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3" name="Google Shape;543;p26"/>
            <p:cNvSpPr/>
            <p:nvPr/>
          </p:nvSpPr>
          <p:spPr>
            <a:xfrm>
              <a:off x="7021513" y="3598483"/>
              <a:ext cx="68262" cy="424804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4" name="Google Shape;544;p26"/>
            <p:cNvSpPr/>
            <p:nvPr/>
          </p:nvSpPr>
          <p:spPr>
            <a:xfrm>
              <a:off x="7412038" y="2801482"/>
              <a:ext cx="1168400" cy="225159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5" name="Google Shape;545;p26"/>
            <p:cNvSpPr/>
            <p:nvPr/>
          </p:nvSpPr>
          <p:spPr>
            <a:xfrm>
              <a:off x="7494588" y="5664636"/>
              <a:ext cx="100012" cy="209115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6" name="Google Shape;546;p26"/>
            <p:cNvSpPr/>
            <p:nvPr/>
          </p:nvSpPr>
          <p:spPr>
            <a:xfrm>
              <a:off x="7412038" y="5082010"/>
              <a:ext cx="114300" cy="558953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7" name="Google Shape;547;p26"/>
            <p:cNvSpPr/>
            <p:nvPr/>
          </p:nvSpPr>
          <p:spPr>
            <a:xfrm>
              <a:off x="7412038" y="4978110"/>
              <a:ext cx="31750" cy="189386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8" name="Google Shape;548;p26"/>
            <p:cNvSpPr/>
            <p:nvPr/>
          </p:nvSpPr>
          <p:spPr>
            <a:xfrm>
              <a:off x="7439025" y="5434480"/>
              <a:ext cx="174625" cy="43927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49" name="Google Shape;549;p26"/>
          <p:cNvSpPr/>
          <p:nvPr/>
        </p:nvSpPr>
        <p:spPr>
          <a:xfrm>
            <a:off x="0" y="0"/>
            <a:ext cx="182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0" name="Google Shape;550;p26"/>
          <p:cNvSpPr/>
          <p:nvPr/>
        </p:nvSpPr>
        <p:spPr>
          <a:xfrm flipH="1" rot="10800000">
            <a:off x="0" y="4910137"/>
            <a:ext cx="1358891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1" name="Google Shape;551;p26"/>
          <p:cNvSpPr txBox="1"/>
          <p:nvPr/>
        </p:nvSpPr>
        <p:spPr>
          <a:xfrm>
            <a:off x="1808162" y="647700"/>
            <a:ext cx="4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b="0" i="0" lang="en-US" sz="80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552" name="Google Shape;552;p26"/>
          <p:cNvSpPr txBox="1"/>
          <p:nvPr/>
        </p:nvSpPr>
        <p:spPr>
          <a:xfrm>
            <a:off x="8169275" y="2905125"/>
            <a:ext cx="4572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b="0" i="0" lang="en-US" sz="80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553" name="Google Shape;553;p26"/>
          <p:cNvSpPr txBox="1"/>
          <p:nvPr/>
        </p:nvSpPr>
        <p:spPr>
          <a:xfrm>
            <a:off x="1949450" y="618807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554" name="Google Shape;554;p26"/>
          <p:cNvSpPr txBox="1"/>
          <p:nvPr/>
        </p:nvSpPr>
        <p:spPr>
          <a:xfrm>
            <a:off x="2790825" y="6210300"/>
            <a:ext cx="502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555" name="Google Shape;555;p26"/>
          <p:cNvSpPr txBox="1"/>
          <p:nvPr/>
        </p:nvSpPr>
        <p:spPr>
          <a:xfrm>
            <a:off x="7954962" y="6091237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556" name="Google Shape;556;p26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7" name="Google Shape;557;p26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58" name="Google Shape;558;p26"/>
          <p:cNvSpPr txBox="1"/>
          <p:nvPr>
            <p:ph idx="12" type="sldNum"/>
          </p:nvPr>
        </p:nvSpPr>
        <p:spPr>
          <a:xfrm>
            <a:off x="511175" y="4983162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12" scaled="0"/>
        </a:gra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28"/>
          <p:cNvGrpSpPr/>
          <p:nvPr/>
        </p:nvGrpSpPr>
        <p:grpSpPr>
          <a:xfrm>
            <a:off x="34" y="228612"/>
            <a:ext cx="1981233" cy="6639155"/>
            <a:chOff x="2487613" y="285750"/>
            <a:chExt cx="2428874" cy="5654676"/>
          </a:xfrm>
        </p:grpSpPr>
        <p:sp>
          <p:nvSpPr>
            <p:cNvPr id="566" name="Google Shape;566;p28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7" name="Google Shape;567;p28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8" name="Google Shape;568;p28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9" name="Google Shape;569;p28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0" name="Google Shape;570;p28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1" name="Google Shape;571;p28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2" name="Google Shape;572;p28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3" name="Google Shape;573;p28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4" name="Google Shape;574;p28"/>
            <p:cNvSpPr/>
            <p:nvPr/>
          </p:nvSpPr>
          <p:spPr>
            <a:xfrm>
              <a:off x="3147380" y="1282282"/>
              <a:ext cx="1769108" cy="3447974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5" name="Google Shape;575;p28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6" name="Google Shape;576;p28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7" name="Google Shape;577;p28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78" name="Google Shape;578;p28"/>
          <p:cNvGrpSpPr/>
          <p:nvPr/>
        </p:nvGrpSpPr>
        <p:grpSpPr>
          <a:xfrm>
            <a:off x="20637" y="9"/>
            <a:ext cx="1952625" cy="6853490"/>
            <a:chOff x="6627813" y="196102"/>
            <a:chExt cx="1952625" cy="5677649"/>
          </a:xfrm>
        </p:grpSpPr>
        <p:sp>
          <p:nvSpPr>
            <p:cNvPr id="579" name="Google Shape;579;p28"/>
            <p:cNvSpPr/>
            <p:nvPr/>
          </p:nvSpPr>
          <p:spPr>
            <a:xfrm>
              <a:off x="6627813" y="196102"/>
              <a:ext cx="409575" cy="3647004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0" name="Google Shape;580;p28"/>
            <p:cNvSpPr/>
            <p:nvPr/>
          </p:nvSpPr>
          <p:spPr>
            <a:xfrm>
              <a:off x="7061200" y="3772087"/>
              <a:ext cx="350838" cy="1309923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1" name="Google Shape;581;p28"/>
            <p:cNvSpPr/>
            <p:nvPr/>
          </p:nvSpPr>
          <p:spPr>
            <a:xfrm>
              <a:off x="7439025" y="5053076"/>
              <a:ext cx="357188" cy="8206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2" name="Google Shape;582;p28"/>
            <p:cNvSpPr/>
            <p:nvPr/>
          </p:nvSpPr>
          <p:spPr>
            <a:xfrm>
              <a:off x="7037388" y="3811543"/>
              <a:ext cx="457200" cy="185309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3" name="Google Shape;583;p28"/>
            <p:cNvSpPr/>
            <p:nvPr/>
          </p:nvSpPr>
          <p:spPr>
            <a:xfrm>
              <a:off x="6992938" y="1264031"/>
              <a:ext cx="144462" cy="250805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4" name="Google Shape;584;p28"/>
            <p:cNvSpPr/>
            <p:nvPr/>
          </p:nvSpPr>
          <p:spPr>
            <a:xfrm>
              <a:off x="7526338" y="5640963"/>
              <a:ext cx="111125" cy="232788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5" name="Google Shape;585;p28"/>
            <p:cNvSpPr/>
            <p:nvPr/>
          </p:nvSpPr>
          <p:spPr>
            <a:xfrm>
              <a:off x="7021513" y="3598483"/>
              <a:ext cx="68262" cy="424804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6" name="Google Shape;586;p28"/>
            <p:cNvSpPr/>
            <p:nvPr/>
          </p:nvSpPr>
          <p:spPr>
            <a:xfrm>
              <a:off x="7412038" y="2801482"/>
              <a:ext cx="1168400" cy="225159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7" name="Google Shape;587;p28"/>
            <p:cNvSpPr/>
            <p:nvPr/>
          </p:nvSpPr>
          <p:spPr>
            <a:xfrm>
              <a:off x="7494588" y="5664636"/>
              <a:ext cx="100012" cy="209115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8" name="Google Shape;588;p28"/>
            <p:cNvSpPr/>
            <p:nvPr/>
          </p:nvSpPr>
          <p:spPr>
            <a:xfrm>
              <a:off x="7412038" y="5082010"/>
              <a:ext cx="114300" cy="558953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9" name="Google Shape;589;p28"/>
            <p:cNvSpPr/>
            <p:nvPr/>
          </p:nvSpPr>
          <p:spPr>
            <a:xfrm>
              <a:off x="7412038" y="4978110"/>
              <a:ext cx="31750" cy="189386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90" name="Google Shape;590;p28"/>
            <p:cNvSpPr/>
            <p:nvPr/>
          </p:nvSpPr>
          <p:spPr>
            <a:xfrm>
              <a:off x="7439025" y="5434480"/>
              <a:ext cx="174625" cy="43927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91" name="Google Shape;591;p28"/>
          <p:cNvSpPr/>
          <p:nvPr/>
        </p:nvSpPr>
        <p:spPr>
          <a:xfrm>
            <a:off x="0" y="0"/>
            <a:ext cx="182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2" name="Google Shape;592;p28"/>
          <p:cNvSpPr/>
          <p:nvPr/>
        </p:nvSpPr>
        <p:spPr>
          <a:xfrm flipH="1" rot="10800000">
            <a:off x="0" y="4910137"/>
            <a:ext cx="1358891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3" name="Google Shape;593;p28"/>
          <p:cNvSpPr txBox="1"/>
          <p:nvPr/>
        </p:nvSpPr>
        <p:spPr>
          <a:xfrm>
            <a:off x="1949450" y="618807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594" name="Google Shape;594;p28"/>
          <p:cNvSpPr txBox="1"/>
          <p:nvPr/>
        </p:nvSpPr>
        <p:spPr>
          <a:xfrm>
            <a:off x="2790825" y="6210300"/>
            <a:ext cx="502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595" name="Google Shape;595;p28"/>
          <p:cNvSpPr txBox="1"/>
          <p:nvPr/>
        </p:nvSpPr>
        <p:spPr>
          <a:xfrm>
            <a:off x="7954962" y="6091237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596" name="Google Shape;596;p28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7" name="Google Shape;597;p28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98" name="Google Shape;598;p28"/>
          <p:cNvSpPr txBox="1"/>
          <p:nvPr>
            <p:ph idx="12" type="sldNum"/>
          </p:nvPr>
        </p:nvSpPr>
        <p:spPr>
          <a:xfrm>
            <a:off x="511175" y="4983162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12" scaled="0"/>
        </a:gra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30"/>
          <p:cNvGrpSpPr/>
          <p:nvPr/>
        </p:nvGrpSpPr>
        <p:grpSpPr>
          <a:xfrm>
            <a:off x="34" y="228612"/>
            <a:ext cx="1981233" cy="6639155"/>
            <a:chOff x="2487613" y="285750"/>
            <a:chExt cx="2428874" cy="5654676"/>
          </a:xfrm>
        </p:grpSpPr>
        <p:sp>
          <p:nvSpPr>
            <p:cNvPr id="606" name="Google Shape;606;p30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7" name="Google Shape;607;p30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8" name="Google Shape;608;p30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09" name="Google Shape;609;p30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0" name="Google Shape;610;p30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1" name="Google Shape;611;p30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2" name="Google Shape;612;p30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3" name="Google Shape;613;p30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4" name="Google Shape;614;p30"/>
            <p:cNvSpPr/>
            <p:nvPr/>
          </p:nvSpPr>
          <p:spPr>
            <a:xfrm>
              <a:off x="3147380" y="1282282"/>
              <a:ext cx="1769108" cy="3447974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5" name="Google Shape;615;p30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6" name="Google Shape;616;p30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17" name="Google Shape;617;p30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618" name="Google Shape;618;p30"/>
          <p:cNvGrpSpPr/>
          <p:nvPr/>
        </p:nvGrpSpPr>
        <p:grpSpPr>
          <a:xfrm>
            <a:off x="20637" y="9"/>
            <a:ext cx="1952625" cy="6853490"/>
            <a:chOff x="6627813" y="196102"/>
            <a:chExt cx="1952625" cy="5677649"/>
          </a:xfrm>
        </p:grpSpPr>
        <p:sp>
          <p:nvSpPr>
            <p:cNvPr id="619" name="Google Shape;619;p30"/>
            <p:cNvSpPr/>
            <p:nvPr/>
          </p:nvSpPr>
          <p:spPr>
            <a:xfrm>
              <a:off x="6627813" y="196102"/>
              <a:ext cx="409575" cy="3647004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0" name="Google Shape;620;p30"/>
            <p:cNvSpPr/>
            <p:nvPr/>
          </p:nvSpPr>
          <p:spPr>
            <a:xfrm>
              <a:off x="7061200" y="3772087"/>
              <a:ext cx="350838" cy="1309923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1" name="Google Shape;621;p30"/>
            <p:cNvSpPr/>
            <p:nvPr/>
          </p:nvSpPr>
          <p:spPr>
            <a:xfrm>
              <a:off x="7439025" y="5053076"/>
              <a:ext cx="357188" cy="8206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2" name="Google Shape;622;p30"/>
            <p:cNvSpPr/>
            <p:nvPr/>
          </p:nvSpPr>
          <p:spPr>
            <a:xfrm>
              <a:off x="7037388" y="3811543"/>
              <a:ext cx="457200" cy="185309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3" name="Google Shape;623;p30"/>
            <p:cNvSpPr/>
            <p:nvPr/>
          </p:nvSpPr>
          <p:spPr>
            <a:xfrm>
              <a:off x="6992938" y="1264031"/>
              <a:ext cx="144462" cy="250805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4" name="Google Shape;624;p30"/>
            <p:cNvSpPr/>
            <p:nvPr/>
          </p:nvSpPr>
          <p:spPr>
            <a:xfrm>
              <a:off x="7526338" y="5640963"/>
              <a:ext cx="111125" cy="232788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5" name="Google Shape;625;p30"/>
            <p:cNvSpPr/>
            <p:nvPr/>
          </p:nvSpPr>
          <p:spPr>
            <a:xfrm>
              <a:off x="7021513" y="3598483"/>
              <a:ext cx="68262" cy="424804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6" name="Google Shape;626;p30"/>
            <p:cNvSpPr/>
            <p:nvPr/>
          </p:nvSpPr>
          <p:spPr>
            <a:xfrm>
              <a:off x="7412038" y="2801482"/>
              <a:ext cx="1168400" cy="225159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7" name="Google Shape;627;p30"/>
            <p:cNvSpPr/>
            <p:nvPr/>
          </p:nvSpPr>
          <p:spPr>
            <a:xfrm>
              <a:off x="7494588" y="5664636"/>
              <a:ext cx="100012" cy="209115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8" name="Google Shape;628;p30"/>
            <p:cNvSpPr/>
            <p:nvPr/>
          </p:nvSpPr>
          <p:spPr>
            <a:xfrm>
              <a:off x="7412038" y="5082010"/>
              <a:ext cx="114300" cy="558953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9" name="Google Shape;629;p30"/>
            <p:cNvSpPr/>
            <p:nvPr/>
          </p:nvSpPr>
          <p:spPr>
            <a:xfrm>
              <a:off x="7412038" y="4978110"/>
              <a:ext cx="31750" cy="189386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0" name="Google Shape;630;p30"/>
            <p:cNvSpPr/>
            <p:nvPr/>
          </p:nvSpPr>
          <p:spPr>
            <a:xfrm>
              <a:off x="7439025" y="5434480"/>
              <a:ext cx="174625" cy="43927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631" name="Google Shape;631;p30"/>
          <p:cNvSpPr/>
          <p:nvPr/>
        </p:nvSpPr>
        <p:spPr>
          <a:xfrm>
            <a:off x="0" y="0"/>
            <a:ext cx="182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2" name="Google Shape;632;p30"/>
          <p:cNvSpPr/>
          <p:nvPr/>
        </p:nvSpPr>
        <p:spPr>
          <a:xfrm flipH="1" rot="10800000">
            <a:off x="0" y="711200"/>
            <a:ext cx="1358891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3" name="Google Shape;633;p30"/>
          <p:cNvSpPr txBox="1"/>
          <p:nvPr/>
        </p:nvSpPr>
        <p:spPr>
          <a:xfrm>
            <a:off x="1949450" y="618807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634" name="Google Shape;634;p30"/>
          <p:cNvSpPr txBox="1"/>
          <p:nvPr/>
        </p:nvSpPr>
        <p:spPr>
          <a:xfrm>
            <a:off x="2790825" y="6210300"/>
            <a:ext cx="502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635" name="Google Shape;635;p30"/>
          <p:cNvSpPr txBox="1"/>
          <p:nvPr/>
        </p:nvSpPr>
        <p:spPr>
          <a:xfrm>
            <a:off x="7954962" y="6091237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636" name="Google Shape;636;p30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7" name="Google Shape;637;p30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38" name="Google Shape;638;p30"/>
          <p:cNvSpPr txBox="1"/>
          <p:nvPr>
            <p:ph idx="12" type="sldNum"/>
          </p:nvPr>
        </p:nvSpPr>
        <p:spPr>
          <a:xfrm>
            <a:off x="511175" y="78740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12" scaled="0"/>
        </a:gra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4" name="Google Shape;644;p32"/>
          <p:cNvGrpSpPr/>
          <p:nvPr/>
        </p:nvGrpSpPr>
        <p:grpSpPr>
          <a:xfrm>
            <a:off x="34" y="228612"/>
            <a:ext cx="1981233" cy="6639155"/>
            <a:chOff x="2487613" y="285750"/>
            <a:chExt cx="2428874" cy="5654676"/>
          </a:xfrm>
        </p:grpSpPr>
        <p:sp>
          <p:nvSpPr>
            <p:cNvPr id="645" name="Google Shape;645;p32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46" name="Google Shape;646;p32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47" name="Google Shape;647;p32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48" name="Google Shape;648;p32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49" name="Google Shape;649;p32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0" name="Google Shape;650;p32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1" name="Google Shape;651;p32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2" name="Google Shape;652;p32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3" name="Google Shape;653;p32"/>
            <p:cNvSpPr/>
            <p:nvPr/>
          </p:nvSpPr>
          <p:spPr>
            <a:xfrm>
              <a:off x="3147380" y="1282282"/>
              <a:ext cx="1769108" cy="3447974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4" name="Google Shape;654;p32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5" name="Google Shape;655;p32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6" name="Google Shape;656;p32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1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657" name="Google Shape;657;p32"/>
          <p:cNvGrpSpPr/>
          <p:nvPr/>
        </p:nvGrpSpPr>
        <p:grpSpPr>
          <a:xfrm>
            <a:off x="20637" y="9"/>
            <a:ext cx="1952625" cy="6853490"/>
            <a:chOff x="6627813" y="196102"/>
            <a:chExt cx="1952625" cy="5677649"/>
          </a:xfrm>
        </p:grpSpPr>
        <p:sp>
          <p:nvSpPr>
            <p:cNvPr id="658" name="Google Shape;658;p32"/>
            <p:cNvSpPr/>
            <p:nvPr/>
          </p:nvSpPr>
          <p:spPr>
            <a:xfrm>
              <a:off x="6627813" y="196102"/>
              <a:ext cx="409575" cy="3647004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9" name="Google Shape;659;p32"/>
            <p:cNvSpPr/>
            <p:nvPr/>
          </p:nvSpPr>
          <p:spPr>
            <a:xfrm>
              <a:off x="7061200" y="3772087"/>
              <a:ext cx="350838" cy="1309923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0" name="Google Shape;660;p32"/>
            <p:cNvSpPr/>
            <p:nvPr/>
          </p:nvSpPr>
          <p:spPr>
            <a:xfrm>
              <a:off x="7439025" y="5053076"/>
              <a:ext cx="357188" cy="820675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1" name="Google Shape;661;p32"/>
            <p:cNvSpPr/>
            <p:nvPr/>
          </p:nvSpPr>
          <p:spPr>
            <a:xfrm>
              <a:off x="7037388" y="3811543"/>
              <a:ext cx="457200" cy="1853095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2" name="Google Shape;662;p32"/>
            <p:cNvSpPr/>
            <p:nvPr/>
          </p:nvSpPr>
          <p:spPr>
            <a:xfrm>
              <a:off x="6992938" y="1264031"/>
              <a:ext cx="144462" cy="2508057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3" name="Google Shape;663;p32"/>
            <p:cNvSpPr/>
            <p:nvPr/>
          </p:nvSpPr>
          <p:spPr>
            <a:xfrm>
              <a:off x="7526338" y="5640963"/>
              <a:ext cx="111125" cy="232788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4" name="Google Shape;664;p32"/>
            <p:cNvSpPr/>
            <p:nvPr/>
          </p:nvSpPr>
          <p:spPr>
            <a:xfrm>
              <a:off x="7021513" y="3598483"/>
              <a:ext cx="68262" cy="424804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5" name="Google Shape;665;p32"/>
            <p:cNvSpPr/>
            <p:nvPr/>
          </p:nvSpPr>
          <p:spPr>
            <a:xfrm>
              <a:off x="7412038" y="2801482"/>
              <a:ext cx="1168400" cy="225159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6" name="Google Shape;666;p32"/>
            <p:cNvSpPr/>
            <p:nvPr/>
          </p:nvSpPr>
          <p:spPr>
            <a:xfrm>
              <a:off x="7494588" y="5664636"/>
              <a:ext cx="100012" cy="209115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7" name="Google Shape;667;p32"/>
            <p:cNvSpPr/>
            <p:nvPr/>
          </p:nvSpPr>
          <p:spPr>
            <a:xfrm>
              <a:off x="7412038" y="5082010"/>
              <a:ext cx="114300" cy="558953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8" name="Google Shape;668;p32"/>
            <p:cNvSpPr/>
            <p:nvPr/>
          </p:nvSpPr>
          <p:spPr>
            <a:xfrm>
              <a:off x="7412038" y="4978110"/>
              <a:ext cx="31750" cy="189386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9" name="Google Shape;669;p32"/>
            <p:cNvSpPr/>
            <p:nvPr/>
          </p:nvSpPr>
          <p:spPr>
            <a:xfrm>
              <a:off x="7439025" y="5434480"/>
              <a:ext cx="174625" cy="43927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670" name="Google Shape;670;p32"/>
          <p:cNvSpPr/>
          <p:nvPr/>
        </p:nvSpPr>
        <p:spPr>
          <a:xfrm>
            <a:off x="0" y="0"/>
            <a:ext cx="1827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1" name="Google Shape;671;p32"/>
          <p:cNvSpPr/>
          <p:nvPr/>
        </p:nvSpPr>
        <p:spPr>
          <a:xfrm flipH="1" rot="10800000">
            <a:off x="0" y="711200"/>
            <a:ext cx="1358891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2" name="Google Shape;672;p32"/>
          <p:cNvSpPr txBox="1"/>
          <p:nvPr/>
        </p:nvSpPr>
        <p:spPr>
          <a:xfrm>
            <a:off x="1949450" y="618807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673" name="Google Shape;673;p32"/>
          <p:cNvSpPr txBox="1"/>
          <p:nvPr/>
        </p:nvSpPr>
        <p:spPr>
          <a:xfrm>
            <a:off x="2790825" y="6210300"/>
            <a:ext cx="502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674" name="Google Shape;674;p32"/>
          <p:cNvSpPr txBox="1"/>
          <p:nvPr/>
        </p:nvSpPr>
        <p:spPr>
          <a:xfrm>
            <a:off x="7954962" y="6091237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of ##</a:t>
            </a:r>
            <a:endParaRPr/>
          </a:p>
        </p:txBody>
      </p:sp>
      <p:sp>
        <p:nvSpPr>
          <p:cNvPr id="675" name="Google Shape;675;p32"/>
          <p:cNvSpPr txBox="1"/>
          <p:nvPr>
            <p:ph type="title"/>
          </p:nvPr>
        </p:nvSpPr>
        <p:spPr>
          <a:xfrm>
            <a:off x="1944687" y="623887"/>
            <a:ext cx="6589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6" name="Google Shape;676;p32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  <a:defRPr b="0" i="0" sz="3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77" name="Google Shape;677;p32"/>
          <p:cNvSpPr txBox="1"/>
          <p:nvPr>
            <p:ph idx="12" type="sldNum"/>
          </p:nvPr>
        </p:nvSpPr>
        <p:spPr>
          <a:xfrm>
            <a:off x="511175" y="787400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b="0" i="0" sz="200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4"/>
          <p:cNvSpPr txBox="1"/>
          <p:nvPr/>
        </p:nvSpPr>
        <p:spPr>
          <a:xfrm>
            <a:off x="571500" y="227012"/>
            <a:ext cx="8153400" cy="85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b="1" i="0" lang="en-US" sz="2400" u="none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DAYANANDA SAGAR UNIVERSITY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E5672"/>
              </a:buClr>
              <a:buSzPts val="2000"/>
              <a:buFont typeface="Cambria"/>
              <a:buNone/>
            </a:pPr>
            <a:r>
              <a:rPr b="1" i="0" lang="en-US" sz="2000" u="none">
                <a:solidFill>
                  <a:srgbClr val="0E5672"/>
                </a:solidFill>
                <a:latin typeface="Cambria"/>
                <a:ea typeface="Cambria"/>
                <a:cs typeface="Cambria"/>
                <a:sym typeface="Cambria"/>
              </a:rPr>
              <a:t>SCHOOL OF ENGINEERING</a:t>
            </a:r>
            <a:endParaRPr/>
          </a:p>
        </p:txBody>
      </p:sp>
      <p:sp>
        <p:nvSpPr>
          <p:cNvPr id="690" name="Google Shape;690;p34"/>
          <p:cNvSpPr txBox="1"/>
          <p:nvPr>
            <p:ph idx="1" type="subTitle"/>
          </p:nvPr>
        </p:nvSpPr>
        <p:spPr>
          <a:xfrm>
            <a:off x="266700" y="2779712"/>
            <a:ext cx="87630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800" u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HOUSE PRICE PREDICTION USING MACHINE LEARNING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i="0" sz="2800" u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4"/>
          <p:cNvSpPr txBox="1"/>
          <p:nvPr/>
        </p:nvSpPr>
        <p:spPr>
          <a:xfrm>
            <a:off x="2781300" y="5075237"/>
            <a:ext cx="3962400" cy="17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Presented By: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Daniel Thomas(ENG20CS0079)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Darshan S(ENG20CS0082)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Vivek Belagali (ENG20CS0414)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Viswanth Reddy(ENG20CS0095)</a:t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2" name="Google Shape;692;p34"/>
          <p:cNvSpPr txBox="1"/>
          <p:nvPr/>
        </p:nvSpPr>
        <p:spPr>
          <a:xfrm>
            <a:off x="1619250" y="2084387"/>
            <a:ext cx="59055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None/>
            </a:pPr>
            <a:r>
              <a:rPr b="1" i="0" lang="en-US" sz="24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Special Topic-II Review 1</a:t>
            </a:r>
            <a:endParaRPr/>
          </a:p>
        </p:txBody>
      </p:sp>
      <p:pic>
        <p:nvPicPr>
          <p:cNvPr id="693" name="Google Shape;69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" y="173037"/>
            <a:ext cx="1284287" cy="1112837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34"/>
          <p:cNvSpPr txBox="1"/>
          <p:nvPr/>
        </p:nvSpPr>
        <p:spPr>
          <a:xfrm>
            <a:off x="381000" y="1319212"/>
            <a:ext cx="87630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47"/>
              </a:buClr>
              <a:buSzPts val="2800"/>
              <a:buFont typeface="Calibri"/>
              <a:buNone/>
            </a:pPr>
            <a:r>
              <a:rPr b="1" i="0" lang="en-US" sz="2800" u="none">
                <a:solidFill>
                  <a:srgbClr val="0D0D47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/>
          </a:p>
        </p:txBody>
      </p:sp>
      <p:sp>
        <p:nvSpPr>
          <p:cNvPr id="695" name="Google Shape;695;p34"/>
          <p:cNvSpPr txBox="1"/>
          <p:nvPr/>
        </p:nvSpPr>
        <p:spPr>
          <a:xfrm>
            <a:off x="1809750" y="3763962"/>
            <a:ext cx="59055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17"/>
              </a:buClr>
              <a:buSzPts val="2000"/>
              <a:buFont typeface="Calibri"/>
              <a:buNone/>
            </a:pPr>
            <a:r>
              <a:rPr b="1" i="0" lang="en-US" sz="2000" u="none">
                <a:solidFill>
                  <a:srgbClr val="003217"/>
                </a:solidFill>
                <a:latin typeface="Calibri"/>
                <a:ea typeface="Calibri"/>
                <a:cs typeface="Calibri"/>
                <a:sym typeface="Calibri"/>
              </a:rPr>
              <a:t>Under the Supervision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217"/>
              </a:buClr>
              <a:buSzPts val="2000"/>
              <a:buFont typeface="Calibri"/>
              <a:buNone/>
            </a:pPr>
            <a:r>
              <a:rPr b="1" i="0" lang="en-US" sz="2000" u="none">
                <a:solidFill>
                  <a:srgbClr val="003217"/>
                </a:solidFill>
                <a:latin typeface="Calibri"/>
                <a:ea typeface="Calibri"/>
                <a:cs typeface="Calibri"/>
                <a:sym typeface="Calibri"/>
              </a:rPr>
              <a:t> Dr. </a:t>
            </a:r>
            <a:r>
              <a:rPr b="1" i="0" lang="en-US" sz="20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Bondu Venkateswarlu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5"/>
          <p:cNvSpPr txBox="1"/>
          <p:nvPr>
            <p:ph type="title"/>
          </p:nvPr>
        </p:nvSpPr>
        <p:spPr>
          <a:xfrm>
            <a:off x="1676400" y="573087"/>
            <a:ext cx="65898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b="1" i="0" lang="en-US" sz="360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</p:txBody>
      </p:sp>
      <p:sp>
        <p:nvSpPr>
          <p:cNvPr id="701" name="Google Shape;701;p35"/>
          <p:cNvSpPr txBox="1"/>
          <p:nvPr>
            <p:ph idx="1" type="body"/>
          </p:nvPr>
        </p:nvSpPr>
        <p:spPr>
          <a:xfrm>
            <a:off x="1676400" y="1824037"/>
            <a:ext cx="6591300" cy="3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State of the Art work (Literature survey)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5"/>
          <p:cNvSpPr txBox="1"/>
          <p:nvPr/>
        </p:nvSpPr>
        <p:spPr>
          <a:xfrm>
            <a:off x="950912" y="6165850"/>
            <a:ext cx="10668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03" name="Google Shape;703;p35"/>
          <p:cNvSpPr txBox="1"/>
          <p:nvPr/>
        </p:nvSpPr>
        <p:spPr>
          <a:xfrm>
            <a:off x="2895600" y="6103937"/>
            <a:ext cx="4876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704" name="Google Shape;704;p35"/>
          <p:cNvSpPr txBox="1"/>
          <p:nvPr/>
        </p:nvSpPr>
        <p:spPr>
          <a:xfrm>
            <a:off x="7948612" y="6140450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6"/>
          <p:cNvSpPr txBox="1"/>
          <p:nvPr>
            <p:ph type="title"/>
          </p:nvPr>
        </p:nvSpPr>
        <p:spPr>
          <a:xfrm>
            <a:off x="1676400" y="573087"/>
            <a:ext cx="65898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b="1" i="0" lang="en-US" sz="360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/>
          </a:p>
        </p:txBody>
      </p:sp>
      <p:sp>
        <p:nvSpPr>
          <p:cNvPr id="710" name="Google Shape;710;p36"/>
          <p:cNvSpPr txBox="1"/>
          <p:nvPr>
            <p:ph idx="1" type="body"/>
          </p:nvPr>
        </p:nvSpPr>
        <p:spPr>
          <a:xfrm>
            <a:off x="1676400" y="1752600"/>
            <a:ext cx="6591300" cy="3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The current systems main disadvantage is that the calculation of house prices are done without the necessary prediction about future market trends and price increase.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The goal of the project is to predict the efficient house pricing for real estate customers with respect to their budgets and priorities.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 this project we try to implement prediction of future housing prices that is generated by machine learning algorithm.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The developer and customer will be benefited by this model on determining the selling price of a house and helps the latter to arrange the right time to purchase a house.</a:t>
            </a:r>
            <a:endParaRPr/>
          </a:p>
          <a:p>
            <a:pPr indent="-2286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6"/>
          <p:cNvSpPr txBox="1"/>
          <p:nvPr/>
        </p:nvSpPr>
        <p:spPr>
          <a:xfrm>
            <a:off x="7948612" y="6140450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  <p:sp>
        <p:nvSpPr>
          <p:cNvPr id="712" name="Google Shape;712;p36"/>
          <p:cNvSpPr txBox="1"/>
          <p:nvPr/>
        </p:nvSpPr>
        <p:spPr>
          <a:xfrm>
            <a:off x="1943100" y="615632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13" name="Google Shape;713;p36"/>
          <p:cNvSpPr txBox="1"/>
          <p:nvPr/>
        </p:nvSpPr>
        <p:spPr>
          <a:xfrm>
            <a:off x="2819400" y="6156325"/>
            <a:ext cx="5129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7"/>
          <p:cNvSpPr txBox="1"/>
          <p:nvPr>
            <p:ph type="title"/>
          </p:nvPr>
        </p:nvSpPr>
        <p:spPr>
          <a:xfrm>
            <a:off x="1676400" y="573087"/>
            <a:ext cx="65898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br>
              <a:rPr b="1" i="0" lang="en-US" sz="320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719" name="Google Shape;719;p37"/>
          <p:cNvSpPr txBox="1"/>
          <p:nvPr>
            <p:ph idx="1" type="body"/>
          </p:nvPr>
        </p:nvSpPr>
        <p:spPr>
          <a:xfrm>
            <a:off x="1676400" y="1752600"/>
            <a:ext cx="6591300" cy="3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The buyers are just not concerned only about the size(square feet) of the house but there are various other factors that play a key role to decide the price of a house/property.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The statement is to develop a model that help in prediction of house prices by taking various factors into consideration.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Eg: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1" i="0" lang="en-US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Problem:  </a:t>
            </a:r>
            <a:r>
              <a:rPr b="0" i="0" lang="en-US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The client needs help in analysing the house prices based on his requirements.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1" i="0" lang="en-US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b="0" i="0" lang="en-US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Using ML algorithms we train datasets of various factors affecting the price of the house, then achieve the optimal prediction.</a:t>
            </a:r>
            <a:endParaRPr/>
          </a:p>
        </p:txBody>
      </p:sp>
      <p:sp>
        <p:nvSpPr>
          <p:cNvPr id="720" name="Google Shape;720;p37"/>
          <p:cNvSpPr txBox="1"/>
          <p:nvPr/>
        </p:nvSpPr>
        <p:spPr>
          <a:xfrm>
            <a:off x="8243887" y="6156325"/>
            <a:ext cx="58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  <p:sp>
        <p:nvSpPr>
          <p:cNvPr id="721" name="Google Shape;721;p37"/>
          <p:cNvSpPr txBox="1"/>
          <p:nvPr/>
        </p:nvSpPr>
        <p:spPr>
          <a:xfrm>
            <a:off x="1943100" y="615632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22" name="Google Shape;722;p37"/>
          <p:cNvSpPr txBox="1"/>
          <p:nvPr/>
        </p:nvSpPr>
        <p:spPr>
          <a:xfrm>
            <a:off x="2819400" y="6156325"/>
            <a:ext cx="5257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8"/>
          <p:cNvSpPr txBox="1"/>
          <p:nvPr>
            <p:ph type="title"/>
          </p:nvPr>
        </p:nvSpPr>
        <p:spPr>
          <a:xfrm>
            <a:off x="1676400" y="573087"/>
            <a:ext cx="65898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b="1" i="0" lang="en-US" sz="360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728" name="Google Shape;728;p38"/>
          <p:cNvSpPr txBox="1"/>
          <p:nvPr>
            <p:ph idx="1" type="body"/>
          </p:nvPr>
        </p:nvSpPr>
        <p:spPr>
          <a:xfrm>
            <a:off x="990600" y="1752600"/>
            <a:ext cx="7543800" cy="3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 this project, the house price prediction of the house is done using different Machine Learning algorithms like Random Forest Regression, Ridge Regression, LASSO Regression, Decision Tree Regression, XGBoost Regression.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We use Ada-Boost algorithm for boosting up the weak learners to strong learners.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This work applies various techniques such as variance influence factor, dimensionality reduction techniques and data transformation techniques such as outliers and missing value treatment.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Several factors that are affecting the house price includes the physical attributes, location as well as several economic factors persuading at that time.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8"/>
          <p:cNvSpPr txBox="1"/>
          <p:nvPr/>
        </p:nvSpPr>
        <p:spPr>
          <a:xfrm>
            <a:off x="7948612" y="6140450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  <p:sp>
        <p:nvSpPr>
          <p:cNvPr id="730" name="Google Shape;730;p38"/>
          <p:cNvSpPr txBox="1"/>
          <p:nvPr/>
        </p:nvSpPr>
        <p:spPr>
          <a:xfrm>
            <a:off x="1943100" y="615632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31" name="Google Shape;731;p38"/>
          <p:cNvSpPr txBox="1"/>
          <p:nvPr/>
        </p:nvSpPr>
        <p:spPr>
          <a:xfrm>
            <a:off x="2819400" y="6156325"/>
            <a:ext cx="5129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9"/>
          <p:cNvSpPr txBox="1"/>
          <p:nvPr>
            <p:ph type="title"/>
          </p:nvPr>
        </p:nvSpPr>
        <p:spPr>
          <a:xfrm>
            <a:off x="1676400" y="573087"/>
            <a:ext cx="65898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b="1" i="0" lang="en-US" sz="360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State of the Art-work</a:t>
            </a:r>
            <a:br>
              <a:rPr b="1" i="0" lang="en-US" sz="360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737" name="Google Shape;737;p39"/>
          <p:cNvSpPr txBox="1"/>
          <p:nvPr/>
        </p:nvSpPr>
        <p:spPr>
          <a:xfrm>
            <a:off x="1657350" y="6091237"/>
            <a:ext cx="1066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38" name="Google Shape;738;p39"/>
          <p:cNvSpPr txBox="1"/>
          <p:nvPr/>
        </p:nvSpPr>
        <p:spPr>
          <a:xfrm>
            <a:off x="2895600" y="6103937"/>
            <a:ext cx="4876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graphicFrame>
        <p:nvGraphicFramePr>
          <p:cNvPr id="739" name="Google Shape;739;p39"/>
          <p:cNvGraphicFramePr/>
          <p:nvPr/>
        </p:nvGraphicFramePr>
        <p:xfrm>
          <a:off x="533400" y="17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{FAAE5CCD-C524-4CE7-B8E0-F510991BB634}</a:tableStyleId>
              </a:tblPr>
              <a:tblGrid>
                <a:gridCol w="1616075"/>
                <a:gridCol w="1614475"/>
                <a:gridCol w="1616075"/>
                <a:gridCol w="1614475"/>
                <a:gridCol w="1616075"/>
              </a:tblGrid>
              <a:tr h="1189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Author’s Name/ Paper Title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Conference/Journal Name and year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Technology/ Design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Results shared by author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9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What you infer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5991"/>
                    </a:solidFill>
                  </a:tcPr>
                </a:tc>
              </a:tr>
              <a:tr h="1189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entury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House Price Prediction/Prof. Bindu Shivashankar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entury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International Journal of Computer Sciences and Engineering/July 2020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entury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Ridge regression, Lasso regression, XGBoost regression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entury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RMSE as 0.12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entury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Performance calculation using RMSE scores.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1DC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entury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House Price Prediction Using Machine Learning/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entury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Dr. G Naga Sathish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A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entury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International Journal of Innovative Technology and Exploring Engineering/July 2019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A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entury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Linear regression, Multiple regression analysis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A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entury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Gradient Boosting Regressor accuracy = 91.272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A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entury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Implementation of Gradient Boosting Algorithm.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AEE"/>
                    </a:solidFill>
                  </a:tcPr>
                </a:tc>
              </a:tr>
              <a:tr h="100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entury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House Price Prediction Using Machine Learning/Dr. Vinayk A.Bharadi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entury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IRE Journals/ May 2021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entury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Decisive tree,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entury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K-means,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entury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Random Forest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entury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Random Forest Algorithm SD = 0.762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entury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Implementation of Linear Regression and Random Forest Algorithm.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1DC"/>
                    </a:solidFill>
                  </a:tcPr>
                </a:tc>
              </a:tr>
            </a:tbl>
          </a:graphicData>
        </a:graphic>
      </p:graphicFrame>
      <p:sp>
        <p:nvSpPr>
          <p:cNvPr id="740" name="Google Shape;740;p39"/>
          <p:cNvSpPr txBox="1"/>
          <p:nvPr/>
        </p:nvSpPr>
        <p:spPr>
          <a:xfrm>
            <a:off x="7948612" y="6140450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0"/>
          <p:cNvSpPr txBox="1"/>
          <p:nvPr>
            <p:ph type="title"/>
          </p:nvPr>
        </p:nvSpPr>
        <p:spPr>
          <a:xfrm>
            <a:off x="1676400" y="573087"/>
            <a:ext cx="65898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b="1" i="0" lang="en-US" sz="360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/>
          </a:p>
        </p:txBody>
      </p:sp>
      <p:sp>
        <p:nvSpPr>
          <p:cNvPr id="746" name="Google Shape;746;p40"/>
          <p:cNvSpPr txBox="1"/>
          <p:nvPr>
            <p:ph idx="1" type="body"/>
          </p:nvPr>
        </p:nvSpPr>
        <p:spPr>
          <a:xfrm>
            <a:off x="1676400" y="1860550"/>
            <a:ext cx="6591300" cy="3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Our project is based on Multiple Linear Regression Algorithm.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Linear Regression is a Supervised Machine Learning Model for finding the relationship between independent variables and dependent variable. It performs the task to predict the response (dependent) variable value (y) based on a given (independent) explanatory variable (x). So, this regression technique finds out a linear relationship between x (input) and y (output).</a:t>
            </a:r>
            <a:endParaRPr/>
          </a:p>
          <a:p>
            <a:pPr indent="-2286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0"/>
          <p:cNvSpPr txBox="1"/>
          <p:nvPr/>
        </p:nvSpPr>
        <p:spPr>
          <a:xfrm>
            <a:off x="1371600" y="6099175"/>
            <a:ext cx="10668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48" name="Google Shape;748;p40"/>
          <p:cNvSpPr txBox="1"/>
          <p:nvPr/>
        </p:nvSpPr>
        <p:spPr>
          <a:xfrm>
            <a:off x="2895600" y="6103937"/>
            <a:ext cx="4876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749" name="Google Shape;749;p40"/>
          <p:cNvSpPr txBox="1"/>
          <p:nvPr/>
        </p:nvSpPr>
        <p:spPr>
          <a:xfrm>
            <a:off x="7948612" y="6140450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  <p:pic>
        <p:nvPicPr>
          <p:cNvPr id="750" name="Google Shape;75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4562" y="4229100"/>
            <a:ext cx="2973387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524000" y="609600"/>
            <a:ext cx="65898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b="1" i="0" lang="en-US" sz="360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/>
          </a:p>
        </p:txBody>
      </p:sp>
      <p:sp>
        <p:nvSpPr>
          <p:cNvPr id="756" name="Google Shape;756;p41"/>
          <p:cNvSpPr txBox="1"/>
          <p:nvPr/>
        </p:nvSpPr>
        <p:spPr>
          <a:xfrm>
            <a:off x="7948612" y="6140450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  <p:sp>
        <p:nvSpPr>
          <p:cNvPr id="757" name="Google Shape;757;p41"/>
          <p:cNvSpPr txBox="1"/>
          <p:nvPr/>
        </p:nvSpPr>
        <p:spPr>
          <a:xfrm>
            <a:off x="1943100" y="615632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58" name="Google Shape;758;p41"/>
          <p:cNvSpPr txBox="1"/>
          <p:nvPr/>
        </p:nvSpPr>
        <p:spPr>
          <a:xfrm>
            <a:off x="2819400" y="6156325"/>
            <a:ext cx="5129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pic>
        <p:nvPicPr>
          <p:cNvPr id="759" name="Google Shape;75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7137" y="2155825"/>
            <a:ext cx="3298826" cy="3055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3337" y="1733550"/>
            <a:ext cx="3032125" cy="4046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2"/>
          <p:cNvSpPr txBox="1"/>
          <p:nvPr>
            <p:ph type="title"/>
          </p:nvPr>
        </p:nvSpPr>
        <p:spPr>
          <a:xfrm>
            <a:off x="1676400" y="573087"/>
            <a:ext cx="65898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b="1" i="0" lang="en-US" sz="360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/>
          </a:p>
        </p:txBody>
      </p:sp>
      <p:sp>
        <p:nvSpPr>
          <p:cNvPr id="766" name="Google Shape;766;p42"/>
          <p:cNvSpPr txBox="1"/>
          <p:nvPr>
            <p:ph idx="1" type="body"/>
          </p:nvPr>
        </p:nvSpPr>
        <p:spPr>
          <a:xfrm>
            <a:off x="1676400" y="1752600"/>
            <a:ext cx="6591300" cy="3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34290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Collecting Data: First step was to collect the data, we collected them from different sources and merged them together to from our training data set.</a:t>
            </a:r>
            <a:endParaRPr/>
          </a:p>
          <a:p>
            <a:pPr indent="-114300" lvl="0" marL="342900" marR="0" rtl="0" algn="just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Then we train the model using Machine learning algorithm.</a:t>
            </a:r>
            <a:endParaRPr/>
          </a:p>
          <a:p>
            <a:pPr indent="-114300" lvl="0" marL="342900" marR="0" rtl="0" algn="just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 our project we are using Multiple Linear Regression.</a:t>
            </a:r>
            <a:endParaRPr/>
          </a:p>
          <a:p>
            <a:pPr indent="-114300" lvl="0" marL="342900" marR="0" rtl="0" algn="just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Based on the generated graphs we predict the cost of the house.</a:t>
            </a:r>
            <a:endParaRPr/>
          </a:p>
          <a:p>
            <a:pPr indent="-114300" lvl="0" marL="342900" marR="0" rtl="0" algn="just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Our Data set was collected from Kaggle.com.</a:t>
            </a:r>
            <a:endParaRPr/>
          </a:p>
        </p:txBody>
      </p:sp>
      <p:sp>
        <p:nvSpPr>
          <p:cNvPr id="767" name="Google Shape;767;p42"/>
          <p:cNvSpPr txBox="1"/>
          <p:nvPr/>
        </p:nvSpPr>
        <p:spPr>
          <a:xfrm>
            <a:off x="7948612" y="6140450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  <p:sp>
        <p:nvSpPr>
          <p:cNvPr id="768" name="Google Shape;768;p42"/>
          <p:cNvSpPr txBox="1"/>
          <p:nvPr/>
        </p:nvSpPr>
        <p:spPr>
          <a:xfrm>
            <a:off x="1943100" y="6156325"/>
            <a:ext cx="8763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69" name="Google Shape;769;p42"/>
          <p:cNvSpPr txBox="1"/>
          <p:nvPr/>
        </p:nvSpPr>
        <p:spPr>
          <a:xfrm>
            <a:off x="2819400" y="6156325"/>
            <a:ext cx="5716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43"/>
          <p:cNvSpPr txBox="1"/>
          <p:nvPr>
            <p:ph type="title"/>
          </p:nvPr>
        </p:nvSpPr>
        <p:spPr>
          <a:xfrm>
            <a:off x="1676400" y="573087"/>
            <a:ext cx="65898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b="1" i="0" lang="en-US" sz="360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775" name="Google Shape;775;p43"/>
          <p:cNvSpPr txBox="1"/>
          <p:nvPr>
            <p:ph idx="1" type="body"/>
          </p:nvPr>
        </p:nvSpPr>
        <p:spPr>
          <a:xfrm>
            <a:off x="1676400" y="1752600"/>
            <a:ext cx="6934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🠶"/>
            </a:pPr>
            <a:r>
              <a:rPr b="0" i="0" lang="en-US" sz="11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House Price Prediction Using Machine Learning|G. Naga Satish, Ch. V. Raghavendran, M.D.Sugnana Rao, Ch.Srinivasulu|International Journal of Innovative Technology and Exploring Engineering (IJITEE) ISSN: 2278-3075, Volume-8 Issue-9, July 2019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🠶"/>
            </a:pPr>
            <a:r>
              <a:rPr b="0" i="0" lang="en-US" sz="11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House Price Prediction|Bindu Sivasankar1, Arun P. Ashok2, Gouri Madhu3 , Fousiya S.|International Journal of Computer Sciences and EngineeringVol.8, Issue.7, July 2020 E-ISSN: 2347-2693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🠶"/>
            </a:pPr>
            <a:r>
              <a:rPr b="0" i="0" lang="en-US" sz="11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House Price Prediction Using Machine Learning|Anand G.Rawool, Dattatray V.Rogye, Sainath G.Rane, Dr. Vinayk A.Bharadi|IRE Journals , Volume 4 Issue 11, MAY 2021 </a:t>
            </a:r>
            <a:endParaRPr/>
          </a:p>
          <a:p>
            <a:pPr indent="-273050" lvl="0" marL="3429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None/>
            </a:pPr>
            <a:r>
              <a:t/>
            </a:r>
            <a:endParaRPr b="0" i="0" sz="1100" u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3"/>
          <p:cNvSpPr txBox="1"/>
          <p:nvPr/>
        </p:nvSpPr>
        <p:spPr>
          <a:xfrm>
            <a:off x="1943100" y="6103937"/>
            <a:ext cx="9525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77" name="Google Shape;777;p43"/>
          <p:cNvSpPr txBox="1"/>
          <p:nvPr/>
        </p:nvSpPr>
        <p:spPr>
          <a:xfrm>
            <a:off x="2895600" y="6103937"/>
            <a:ext cx="4876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778" name="Google Shape;778;p43"/>
          <p:cNvSpPr txBox="1"/>
          <p:nvPr/>
        </p:nvSpPr>
        <p:spPr>
          <a:xfrm>
            <a:off x="7948612" y="6140450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4"/>
          <p:cNvSpPr txBox="1"/>
          <p:nvPr>
            <p:ph idx="1" type="body"/>
          </p:nvPr>
        </p:nvSpPr>
        <p:spPr>
          <a:xfrm>
            <a:off x="1066800" y="1981200"/>
            <a:ext cx="6591300" cy="3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Noto Sans Symbols"/>
              <a:buNone/>
            </a:pPr>
            <a:r>
              <a:t/>
            </a:r>
            <a:endParaRPr b="1" i="0" sz="360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Noto Sans Symbols"/>
              <a:buNone/>
            </a:pPr>
            <a:r>
              <a:rPr b="1" i="0" lang="en-US" sz="36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</a:t>
            </a:r>
            <a:endParaRPr/>
          </a:p>
        </p:txBody>
      </p:sp>
      <p:sp>
        <p:nvSpPr>
          <p:cNvPr id="784" name="Google Shape;784;p44"/>
          <p:cNvSpPr txBox="1"/>
          <p:nvPr/>
        </p:nvSpPr>
        <p:spPr>
          <a:xfrm>
            <a:off x="1943100" y="6103937"/>
            <a:ext cx="9525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/>
          </a:p>
        </p:txBody>
      </p:sp>
      <p:sp>
        <p:nvSpPr>
          <p:cNvPr id="785" name="Google Shape;785;p44"/>
          <p:cNvSpPr txBox="1"/>
          <p:nvPr/>
        </p:nvSpPr>
        <p:spPr>
          <a:xfrm>
            <a:off x="2895600" y="6103937"/>
            <a:ext cx="4876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Dept of CSE., SOE-Dayananda Sagar University</a:t>
            </a:r>
            <a:endParaRPr/>
          </a:p>
        </p:txBody>
      </p:sp>
      <p:sp>
        <p:nvSpPr>
          <p:cNvPr id="786" name="Google Shape;786;p44"/>
          <p:cNvSpPr txBox="1"/>
          <p:nvPr/>
        </p:nvSpPr>
        <p:spPr>
          <a:xfrm>
            <a:off x="7948612" y="6140450"/>
            <a:ext cx="77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b="0" i="0" lang="en-US" sz="900" u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(#)  of 12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4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6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7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4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3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2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9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3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6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11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12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5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8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10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15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